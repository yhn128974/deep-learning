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3.xml" ContentType="application/vnd.openxmlformats-officedocument.theme+xml"/>
  <Override PartName="/ppt/slideLayouts/slideLayout14.xml" ContentType="application/vnd.openxmlformats-officedocument.presentationml.slideLayout+xml"/>
  <Override PartName="/ppt/theme/theme4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5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6.xml" ContentType="application/vnd.openxmlformats-officedocument.theme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7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theme/theme8.xml" ContentType="application/vnd.openxmlformats-officedocument.theme+xml"/>
  <Override PartName="/ppt/slideLayouts/slideLayout60.xml" ContentType="application/vnd.openxmlformats-officedocument.presentationml.slideLayout+xml"/>
  <Override PartName="/ppt/theme/theme9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theme/theme10.xml" ContentType="application/vnd.openxmlformats-officedocument.theme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13.xml" ContentType="application/vnd.openxmlformats-officedocument.theme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1" r:id="rId2"/>
    <p:sldMasterId id="2147483660" r:id="rId3"/>
    <p:sldMasterId id="2147483664" r:id="rId4"/>
    <p:sldMasterId id="2147483666" r:id="rId5"/>
    <p:sldMasterId id="2147483669" r:id="rId6"/>
    <p:sldMasterId id="2147483689" r:id="rId7"/>
    <p:sldMasterId id="2147483701" r:id="rId8"/>
    <p:sldMasterId id="2147483713" r:id="rId9"/>
    <p:sldMasterId id="2147483715" r:id="rId10"/>
    <p:sldMasterId id="2147483734" r:id="rId11"/>
  </p:sldMasterIdLst>
  <p:notesMasterIdLst>
    <p:notesMasterId r:id="rId25"/>
  </p:notesMasterIdLst>
  <p:handoutMasterIdLst>
    <p:handoutMasterId r:id="rId26"/>
  </p:handoutMasterIdLst>
  <p:sldIdLst>
    <p:sldId id="462" r:id="rId12"/>
    <p:sldId id="1570" r:id="rId13"/>
    <p:sldId id="1568" r:id="rId14"/>
    <p:sldId id="1807" r:id="rId15"/>
    <p:sldId id="1661" r:id="rId16"/>
    <p:sldId id="1797" r:id="rId17"/>
    <p:sldId id="1798" r:id="rId18"/>
    <p:sldId id="1662" r:id="rId19"/>
    <p:sldId id="1794" r:id="rId20"/>
    <p:sldId id="1795" r:id="rId21"/>
    <p:sldId id="1804" r:id="rId22"/>
    <p:sldId id="1803" r:id="rId23"/>
    <p:sldId id="264" r:id="rId24"/>
  </p:sldIdLst>
  <p:sldSz cx="12192000" cy="6858000"/>
  <p:notesSz cx="6858000" cy="9144000"/>
  <p:custDataLst>
    <p:tags r:id="rId2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2" userDrawn="1">
          <p15:clr>
            <a:srgbClr val="A4A3A4"/>
          </p15:clr>
        </p15:guide>
        <p15:guide id="2" pos="370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NGJIAN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AD2A26"/>
    <a:srgbClr val="AD2B26"/>
    <a:srgbClr val="49504F"/>
    <a:srgbClr val="B60206"/>
    <a:srgbClr val="B70006"/>
    <a:srgbClr val="FFFFE4"/>
    <a:srgbClr val="919191"/>
    <a:srgbClr val="333333"/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479" autoAdjust="0"/>
    <p:restoredTop sz="95344" autoAdjust="0"/>
  </p:normalViewPr>
  <p:slideViewPr>
    <p:cSldViewPr snapToGrid="0" showGuides="1">
      <p:cViewPr varScale="1">
        <p:scale>
          <a:sx n="104" d="100"/>
          <a:sy n="104" d="100"/>
        </p:scale>
        <p:origin x="104" y="208"/>
      </p:cViewPr>
      <p:guideLst>
        <p:guide orient="horz" pos="592"/>
        <p:guide pos="3702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3154" y="6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2.xml"/><Relationship Id="rId18" Type="http://schemas.openxmlformats.org/officeDocument/2006/relationships/slide" Target="slides/slide7.xml"/><Relationship Id="rId26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0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1.xml"/><Relationship Id="rId17" Type="http://schemas.openxmlformats.org/officeDocument/2006/relationships/slide" Target="slides/slide6.xml"/><Relationship Id="rId25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5.xml"/><Relationship Id="rId20" Type="http://schemas.openxmlformats.org/officeDocument/2006/relationships/slide" Target="slides/slide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slide" Target="slides/slide13.xml"/><Relationship Id="rId32" Type="http://schemas.openxmlformats.org/officeDocument/2006/relationships/tableStyles" Target="tableStyle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4.xml"/><Relationship Id="rId23" Type="http://schemas.openxmlformats.org/officeDocument/2006/relationships/slide" Target="slides/slide12.xml"/><Relationship Id="rId28" Type="http://schemas.openxmlformats.org/officeDocument/2006/relationships/commentAuthors" Target="commentAuthors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8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3.xml"/><Relationship Id="rId22" Type="http://schemas.openxmlformats.org/officeDocument/2006/relationships/slide" Target="slides/slide11.xml"/><Relationship Id="rId27" Type="http://schemas.openxmlformats.org/officeDocument/2006/relationships/tags" Target="tags/tag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93DFD10-C36A-A44C-AC52-E91D9A58CF7E}" type="datetimeFigureOut">
              <a:rPr kumimoji="1" lang="zh-CN" altLang="en-US" smtClean="0"/>
              <a:t>2026/4/13</a:t>
            </a:fld>
            <a:endParaRPr kumimoji="1"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F0B397-CD8F-1C4C-97BB-ADF18DDD1C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EE7ACF5-0677-4CC5-89ED-AE83D3F5859D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CC63F50-FC71-46DD-9BDC-11F985EF414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EAD33-3A8F-9FB8-99AC-55310BF358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66266474-37B9-7FE7-7F45-8CCA149E6C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3A9DC46-70A0-B700-243C-6C6277D8FDA6}"/>
              </a:ext>
            </a:extLst>
          </p:cNvPr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068919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6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0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0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0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0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0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5019358" y="1006475"/>
            <a:ext cx="5973761" cy="4256405"/>
          </a:xfrm>
          <a:prstGeom prst="rect">
            <a:avLst/>
          </a:prstGeom>
        </p:spPr>
        <p:txBody>
          <a:bodyPr anchor="ctr"/>
          <a:lstStyle>
            <a:lvl1pPr marL="457200" marR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marL="457200" marR="0" lvl="0" indent="-4572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u"/>
              <a:defRPr/>
            </a:pPr>
            <a:r>
              <a:rPr kumimoji="1" lang="zh-CN" altLang="en-US" dirty="0"/>
              <a:t>此内容上下居中对齐，可根据实际情况微调位置和字体大小</a:t>
            </a:r>
          </a:p>
          <a:p>
            <a:pPr lvl="0"/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  <a:lvl4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4pPr>
            <a:lvl5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节页版式（一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标题 11"/>
          <p:cNvSpPr>
            <a:spLocks noGrp="1"/>
          </p:cNvSpPr>
          <p:nvPr>
            <p:ph type="title" hasCustomPrompt="1"/>
          </p:nvPr>
        </p:nvSpPr>
        <p:spPr>
          <a:xfrm>
            <a:off x="5232400" y="2766218"/>
            <a:ext cx="6654800" cy="1325563"/>
          </a:xfrm>
          <a:prstGeom prst="rect">
            <a:avLst/>
          </a:prstGeom>
        </p:spPr>
        <p:txBody>
          <a:bodyPr/>
          <a:lstStyle>
            <a:lvl1pPr>
              <a:defRPr sz="3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章节标题，右侧章节数字需自行设置</a:t>
            </a:r>
          </a:p>
        </p:txBody>
      </p:sp>
      <p:sp>
        <p:nvSpPr>
          <p:cNvPr id="14" name="文本占位符 13"/>
          <p:cNvSpPr>
            <a:spLocks noGrp="1"/>
          </p:cNvSpPr>
          <p:nvPr>
            <p:ph type="body" sz="quarter" idx="10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章节页版式（一级+二级标题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5273040" y="2398078"/>
            <a:ext cx="6725920" cy="548322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标题，右侧章节自行设置，如</a:t>
            </a:r>
            <a:r>
              <a:rPr kumimoji="1" lang="en-US" altLang="zh-CN" dirty="0"/>
              <a:t>01</a:t>
            </a:r>
            <a:endParaRPr kumimoji="1" lang="zh-CN" altLang="en-US" dirty="0"/>
          </a:p>
        </p:txBody>
      </p:sp>
      <p:sp>
        <p:nvSpPr>
          <p:cNvPr id="16" name="文本占位符 15"/>
          <p:cNvSpPr>
            <a:spLocks noGrp="1"/>
          </p:cNvSpPr>
          <p:nvPr>
            <p:ph type="body" idx="10" hasCustomPrompt="1"/>
          </p:nvPr>
        </p:nvSpPr>
        <p:spPr>
          <a:xfrm>
            <a:off x="5273040" y="3069272"/>
            <a:ext cx="5466080" cy="2031047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16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>
              <a:buNone/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  <a:lvl4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4pPr>
            <a:lvl5pPr>
              <a:defRPr b="0" i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5pPr>
          </a:lstStyle>
          <a:p>
            <a:pPr lvl="0"/>
            <a:r>
              <a:rPr kumimoji="1" lang="zh-CN" altLang="en-US" dirty="0"/>
              <a:t>输入具体主讲内容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可根据标题数量调整字体大小</a:t>
            </a:r>
          </a:p>
        </p:txBody>
      </p:sp>
      <p:sp>
        <p:nvSpPr>
          <p:cNvPr id="17" name="文本占位符 13"/>
          <p:cNvSpPr>
            <a:spLocks noGrp="1"/>
          </p:cNvSpPr>
          <p:nvPr>
            <p:ph type="body" sz="quarter" idx="11" hasCustomPrompt="1"/>
          </p:nvPr>
        </p:nvSpPr>
        <p:spPr>
          <a:xfrm>
            <a:off x="3881755" y="2468880"/>
            <a:ext cx="1127125" cy="1148080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4000" b="1" i="0">
                <a:solidFill>
                  <a:srgbClr val="FFFFFF"/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</a:lstStyle>
          <a:p>
            <a:pPr lvl="0"/>
            <a:r>
              <a:rPr kumimoji="1" lang="zh-CN" altLang="en-US" dirty="0"/>
              <a:t>章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互动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拓展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  <p:extLst>
      <p:ext uri="{BB962C8B-B14F-4D97-AF65-F5344CB8AC3E}">
        <p14:creationId xmlns:p14="http://schemas.microsoft.com/office/powerpoint/2010/main" val="162828390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封面版式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838200" y="2244725"/>
            <a:ext cx="10541000" cy="1158875"/>
          </a:xfrm>
          <a:prstGeom prst="rect">
            <a:avLst/>
          </a:prstGeom>
        </p:spPr>
        <p:txBody>
          <a:bodyPr anchor="ctr"/>
          <a:lstStyle>
            <a:lvl1pPr>
              <a:defRPr sz="7200" b="0" i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r>
              <a:rPr kumimoji="1" lang="zh-CN" altLang="en-US" dirty="0"/>
              <a:t>主标题</a:t>
            </a:r>
          </a:p>
        </p:txBody>
      </p:sp>
      <p:sp>
        <p:nvSpPr>
          <p:cNvPr id="3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838200" y="3454401"/>
            <a:ext cx="10540999" cy="630237"/>
          </a:xfrm>
          <a:prstGeom prst="rect">
            <a:avLst/>
          </a:prstGeom>
        </p:spPr>
        <p:txBody>
          <a:bodyPr anchor="ctr"/>
          <a:lstStyle>
            <a:lvl1pPr algn="ctr">
              <a:buNone/>
              <a:defRPr sz="2400" b="0" i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</a:lstStyle>
          <a:p>
            <a:pPr lvl="0"/>
            <a:r>
              <a:rPr kumimoji="1" lang="zh-CN" altLang="en-US" dirty="0"/>
              <a:t>副标题内容，如若没有可以删除</a:t>
            </a:r>
          </a:p>
        </p:txBody>
      </p:sp>
    </p:spTree>
    <p:extLst>
      <p:ext uri="{BB962C8B-B14F-4D97-AF65-F5344CB8AC3E}">
        <p14:creationId xmlns:p14="http://schemas.microsoft.com/office/powerpoint/2010/main" val="2045953881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666EC5-0109-4184-8118-DE9082C0533A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01626C-D819-40E4-B45D-2F58886970D3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项目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1" y="1646133"/>
            <a:ext cx="10749598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en-US" altLang="zh-CN" sz="1600" b="0" i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lnSpc>
                <a:spcPct val="150000"/>
              </a:lnSpc>
              <a:buFont typeface="Wingdings" panose="05000000000000000000" pitchFamily="2" charset="2"/>
              <a:buChar char="l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Arial" panose="020B0604020202020204" pitchFamily="34" charset="0"/>
              <a:buChar char="•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9599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数字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16461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  <p:sp>
        <p:nvSpPr>
          <p:cNvPr id="6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1" y="940081"/>
            <a:ext cx="1071912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5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748056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sz="1800" b="1">
                <a:solidFill>
                  <a:srgbClr val="404040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6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4613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0081"/>
            <a:ext cx="9845675" cy="4871439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（数字符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79" y="934933"/>
            <a:ext cx="10719120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+mj-lt"/>
              <a:buAutoNum type="arabicPeriod"/>
              <a:def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720090" indent="-360045">
              <a:lnSpc>
                <a:spcPct val="150000"/>
              </a:lnSpc>
              <a:buFont typeface="+mj-lt"/>
              <a:buAutoNum type="arabicPeriod"/>
              <a:defRPr lang="en-US" altLang="zh-CN" sz="1400" b="0" i="0" dirty="0"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lnSpc>
                <a:spcPct val="150000"/>
              </a:lnSpc>
              <a:buFont typeface="+mj-ea"/>
              <a:buAutoNum type="circleNumDbPlain"/>
              <a:defRPr lang="zh-CN" altLang="en-US" sz="1400" b="0" i="0" dirty="0"/>
            </a:lvl3pPr>
          </a:lstStyle>
          <a:p>
            <a:pPr marL="0" lvl="0" indent="0">
              <a:lnSpc>
                <a:spcPct val="150000"/>
              </a:lnSpc>
              <a:buNone/>
            </a:pPr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lvl="1"/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lvl="2"/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正文内容+项目编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945093"/>
            <a:ext cx="10748057" cy="4219575"/>
          </a:xfrm>
          <a:prstGeom prst="rect">
            <a:avLst/>
          </a:prstGeom>
        </p:spPr>
        <p:txBody>
          <a:bodyPr/>
          <a:lstStyle>
            <a:lvl1pPr marL="360045" indent="-360045">
              <a:lnSpc>
                <a:spcPct val="150000"/>
              </a:lnSpc>
              <a:buClr>
                <a:srgbClr val="404040"/>
              </a:buClr>
              <a:buSzPct val="85000"/>
              <a:buFont typeface="Wingdings" panose="05000000000000000000" pitchFamily="2" charset="2"/>
              <a:buChar char="l"/>
              <a:defRPr lang="zh-CN" altLang="en-US" sz="16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1pPr>
            <a:lvl2pPr marL="719455" indent="-358775">
              <a:buFont typeface="Wingdings" panose="05000000000000000000" pitchFamily="2" charset="2"/>
              <a:buChar char="l"/>
              <a:defRPr lang="en-US" altLang="zh-CN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2pPr>
            <a:lvl3pPr marL="1079500" indent="-358775">
              <a:buFont typeface="Wingdings" panose="05000000000000000000" pitchFamily="2" charset="2"/>
              <a:buChar char="l"/>
              <a:defRPr lang="zh-CN" altLang="en-US" sz="1400" b="0" i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 R" panose="00020600040101010101" pitchFamily="18" charset="-122"/>
                <a:ea typeface="阿里巴巴普惠体 R" panose="00020600040101010101" pitchFamily="18" charset="-122"/>
                <a:cs typeface="阿里巴巴普惠体 R" panose="00020600040101010101" pitchFamily="18" charset="-122"/>
              </a:defRPr>
            </a:lvl3pPr>
          </a:lstStyle>
          <a:p>
            <a:pPr lvl="0"/>
            <a:r>
              <a:rPr lang="zh-CN" altLang="en-US" dirty="0"/>
              <a:t>此处以罗列的方式表达</a:t>
            </a:r>
            <a:r>
              <a:rPr lang="en-US" altLang="zh-CN" dirty="0"/>
              <a:t>XXX</a:t>
            </a:r>
            <a:r>
              <a:rPr lang="zh-CN" altLang="en-US" dirty="0"/>
              <a:t>技术特性</a:t>
            </a:r>
            <a:r>
              <a:rPr lang="en-US" altLang="zh-CN" dirty="0"/>
              <a:t>/</a:t>
            </a:r>
            <a:r>
              <a:rPr lang="zh-CN" altLang="en-US" dirty="0"/>
              <a:t>要点等</a:t>
            </a:r>
            <a:endParaRPr lang="en-US" altLang="zh-CN" dirty="0"/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1</a:t>
            </a:r>
          </a:p>
          <a:p>
            <a:pPr marL="720090" lvl="1" indent="-36004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  <a:buFont typeface="Wingdings" panose="05000000000000000000" pitchFamily="2" charset="2"/>
              <a:buChar char="p"/>
            </a:pPr>
            <a:r>
              <a:rPr lang="zh-CN" altLang="en-US" dirty="0"/>
              <a:t>技术特性</a:t>
            </a:r>
            <a:r>
              <a:rPr lang="en-US" altLang="zh-CN" dirty="0"/>
              <a:t>2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1</a:t>
            </a:r>
          </a:p>
          <a:p>
            <a:pPr marL="1079500" lvl="2" indent="-358775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Clr>
                <a:srgbClr val="404040"/>
              </a:buClr>
              <a:buSzPct val="85000"/>
            </a:pPr>
            <a:r>
              <a:rPr lang="zh-CN" altLang="en-US" dirty="0"/>
              <a:t>要点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由发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b="1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案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案例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案例标题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步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步骤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步骤标题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此为案例内容，字体不可改，阿里巴巴普惠体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28956"/>
            <a:chOff x="852891" y="1026849"/>
            <a:chExt cx="1228476" cy="528956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10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练习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互动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练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/>
        </p:nvGrpSpPr>
        <p:grpSpPr>
          <a:xfrm>
            <a:off x="806306" y="968974"/>
            <a:ext cx="1228476" cy="553085"/>
            <a:chOff x="852891" y="1026849"/>
            <a:chExt cx="1228476" cy="553085"/>
          </a:xfrm>
        </p:grpSpPr>
        <p:sp>
          <p:nvSpPr>
            <p:cNvPr id="7" name="矩形 6"/>
            <p:cNvSpPr/>
            <p:nvPr/>
          </p:nvSpPr>
          <p:spPr>
            <a:xfrm>
              <a:off x="1047050" y="1144435"/>
              <a:ext cx="1000826" cy="376390"/>
            </a:xfrm>
            <a:prstGeom prst="rect">
              <a:avLst/>
            </a:prstGeom>
            <a:noFill/>
            <a:ln w="127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" name="六边形 7"/>
            <p:cNvSpPr/>
            <p:nvPr/>
          </p:nvSpPr>
          <p:spPr>
            <a:xfrm rot="5400000">
              <a:off x="821086" y="1126435"/>
              <a:ext cx="461175" cy="397565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" name="图形 8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946208" y="1217543"/>
              <a:ext cx="201682" cy="201682"/>
            </a:xfrm>
            <a:prstGeom prst="rect">
              <a:avLst/>
            </a:prstGeom>
          </p:spPr>
        </p:pic>
        <p:sp>
          <p:nvSpPr>
            <p:cNvPr id="10" name="TextBox 2"/>
            <p:cNvSpPr txBox="1">
              <a:spLocks noChangeArrowheads="1"/>
            </p:cNvSpPr>
            <p:nvPr/>
          </p:nvSpPr>
          <p:spPr bwMode="auto">
            <a:xfrm>
              <a:off x="1306172" y="1026849"/>
              <a:ext cx="775195" cy="553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2000">
                  <a:solidFill>
                    <a:srgbClr val="B60206"/>
                  </a:solidFill>
                  <a:latin typeface="阿里巴巴普惠体 M" panose="00020600040101010101" pitchFamily="18" charset="-122"/>
                  <a:ea typeface="阿里巴巴普惠体 M" panose="00020600040101010101" pitchFamily="18" charset="-122"/>
                  <a:cs typeface="阿里巴巴普惠体 M" panose="00020600040101010101" pitchFamily="18" charset="-122"/>
                </a:defRPr>
              </a:lvl1pPr>
              <a:lvl2pPr marL="742950" indent="-28575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2pPr>
              <a:lvl3pPr marL="11430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3pPr>
              <a:lvl4pPr marL="16002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4pPr>
              <a:lvl5pPr marL="2057400" indent="-228600"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latin typeface="Calibri" panose="020F0502020204030204" pitchFamily="34" charset="0"/>
                  <a:ea typeface="宋体" panose="02010600030101010101" pitchFamily="2" charset="-122"/>
                </a:defRPr>
              </a:lvl9pPr>
            </a:lstStyle>
            <a:p>
              <a:r>
                <a:rPr lang="zh-CN" altLang="en-US" dirty="0">
                  <a:solidFill>
                    <a:srgbClr val="AD2B26"/>
                  </a:solidFill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拓展</a:t>
              </a:r>
            </a:p>
          </p:txBody>
        </p:sp>
      </p:grpSp>
      <p:sp>
        <p:nvSpPr>
          <p:cNvPr id="11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2195450" y="1016160"/>
            <a:ext cx="921423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2400" kern="1200" dirty="0">
                <a:solidFill>
                  <a:srgbClr val="AD2B26"/>
                </a:solidFill>
                <a:latin typeface="阿里巴巴普惠体 M" panose="00020600040101010101" pitchFamily="18" charset="-122"/>
                <a:ea typeface="阿里巴巴普惠体 M" panose="00020600040101010101" pitchFamily="18" charset="-122"/>
                <a:cs typeface="阿里巴巴普惠体 M" panose="00020600040101010101" pitchFamily="18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练习标题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2195450" y="1656000"/>
            <a:ext cx="921423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此为练习内容，字体不可改，阿里巴巴普惠体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六边形 27"/>
          <p:cNvSpPr/>
          <p:nvPr userDrawn="1"/>
        </p:nvSpPr>
        <p:spPr>
          <a:xfrm rot="5400000">
            <a:off x="941355" y="3612018"/>
            <a:ext cx="1225219" cy="1056223"/>
          </a:xfrm>
          <a:prstGeom prst="hexagon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3" name="六边形 22"/>
          <p:cNvSpPr/>
          <p:nvPr userDrawn="1"/>
        </p:nvSpPr>
        <p:spPr>
          <a:xfrm rot="5400000">
            <a:off x="1484022" y="2632538"/>
            <a:ext cx="1944550" cy="1676336"/>
          </a:xfrm>
          <a:prstGeom prst="hexagon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36556"/>
            <a:ext cx="5760538" cy="4710244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7" name="标题占位符 1"/>
          <p:cNvSpPr txBox="1">
            <a:spLocks noChangeArrowheads="1"/>
          </p:cNvSpPr>
          <p:nvPr userDrawn="1"/>
        </p:nvSpPr>
        <p:spPr bwMode="auto">
          <a:xfrm>
            <a:off x="1695420" y="2987770"/>
            <a:ext cx="1567542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40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思考</a:t>
            </a:r>
          </a:p>
        </p:txBody>
      </p:sp>
      <p:sp>
        <p:nvSpPr>
          <p:cNvPr id="20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24" name="六边形 23"/>
          <p:cNvSpPr/>
          <p:nvPr userDrawn="1"/>
        </p:nvSpPr>
        <p:spPr>
          <a:xfrm rot="5400000">
            <a:off x="3294074" y="2254203"/>
            <a:ext cx="566610" cy="488457"/>
          </a:xfrm>
          <a:prstGeom prst="hexagon">
            <a:avLst/>
          </a:prstGeom>
          <a:solidFill>
            <a:srgbClr val="AD2B26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六边形 24"/>
          <p:cNvSpPr/>
          <p:nvPr userDrawn="1"/>
        </p:nvSpPr>
        <p:spPr>
          <a:xfrm rot="5400000">
            <a:off x="1198356" y="4231536"/>
            <a:ext cx="298934" cy="257702"/>
          </a:xfrm>
          <a:prstGeom prst="hexagon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6" name="六边形 25"/>
          <p:cNvSpPr/>
          <p:nvPr userDrawn="1"/>
        </p:nvSpPr>
        <p:spPr>
          <a:xfrm rot="5400000">
            <a:off x="3642476" y="4490365"/>
            <a:ext cx="566612" cy="488459"/>
          </a:xfrm>
          <a:prstGeom prst="hexagon">
            <a:avLst/>
          </a:prstGeom>
          <a:noFill/>
          <a:ln w="1905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六边形 29"/>
          <p:cNvSpPr/>
          <p:nvPr userDrawn="1"/>
        </p:nvSpPr>
        <p:spPr>
          <a:xfrm rot="5400000">
            <a:off x="1190641" y="1820150"/>
            <a:ext cx="854974" cy="737047"/>
          </a:xfrm>
          <a:prstGeom prst="hexagon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思路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15" name="泪珠形 14"/>
          <p:cNvSpPr/>
          <p:nvPr userDrawn="1"/>
        </p:nvSpPr>
        <p:spPr>
          <a:xfrm>
            <a:off x="1013943" y="3264492"/>
            <a:ext cx="1399001" cy="1399001"/>
          </a:xfrm>
          <a:prstGeom prst="teardrop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0" name="泪珠形 19"/>
          <p:cNvSpPr/>
          <p:nvPr userDrawn="1"/>
        </p:nvSpPr>
        <p:spPr>
          <a:xfrm>
            <a:off x="1645363" y="2434299"/>
            <a:ext cx="2017950" cy="2017950"/>
          </a:xfrm>
          <a:prstGeom prst="teardrop">
            <a:avLst/>
          </a:prstGeom>
          <a:solidFill>
            <a:schemeClr val="bg1"/>
          </a:solidFill>
          <a:ln w="114300">
            <a:solidFill>
              <a:srgbClr val="B6020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2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思路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泪珠形 22"/>
          <p:cNvSpPr/>
          <p:nvPr userDrawn="1"/>
        </p:nvSpPr>
        <p:spPr>
          <a:xfrm>
            <a:off x="3663313" y="4089233"/>
            <a:ext cx="439924" cy="439924"/>
          </a:xfrm>
          <a:prstGeom prst="teardrop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4" name="泪珠形 23"/>
          <p:cNvSpPr/>
          <p:nvPr userDrawn="1"/>
        </p:nvSpPr>
        <p:spPr>
          <a:xfrm>
            <a:off x="2152487" y="2051117"/>
            <a:ext cx="260457" cy="260457"/>
          </a:xfrm>
          <a:prstGeom prst="teardrop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5" name="泪珠形 24"/>
          <p:cNvSpPr/>
          <p:nvPr userDrawn="1"/>
        </p:nvSpPr>
        <p:spPr>
          <a:xfrm>
            <a:off x="844996" y="3381144"/>
            <a:ext cx="562210" cy="562210"/>
          </a:xfrm>
          <a:prstGeom prst="teardrop">
            <a:avLst/>
          </a:prstGeom>
          <a:noFill/>
          <a:ln w="12700">
            <a:solidFill>
              <a:srgbClr val="DE0014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作业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矩形 42"/>
          <p:cNvSpPr/>
          <p:nvPr userDrawn="1"/>
        </p:nvSpPr>
        <p:spPr>
          <a:xfrm rot="2700000">
            <a:off x="3564412" y="3089727"/>
            <a:ext cx="936368" cy="936368"/>
          </a:xfrm>
          <a:prstGeom prst="rect">
            <a:avLst/>
          </a:prstGeom>
          <a:solidFill>
            <a:schemeClr val="bg1">
              <a:lumMod val="95000"/>
              <a:alpha val="7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39" name="矩形 38"/>
          <p:cNvSpPr/>
          <p:nvPr userDrawn="1"/>
        </p:nvSpPr>
        <p:spPr>
          <a:xfrm rot="2700000">
            <a:off x="3711024" y="4032814"/>
            <a:ext cx="643144" cy="643144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1" name="矩形 40"/>
          <p:cNvSpPr/>
          <p:nvPr userDrawn="1"/>
        </p:nvSpPr>
        <p:spPr>
          <a:xfrm rot="2700000">
            <a:off x="1595908" y="2140629"/>
            <a:ext cx="219635" cy="219635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2" name="矩形 41"/>
          <p:cNvSpPr/>
          <p:nvPr userDrawn="1"/>
        </p:nvSpPr>
        <p:spPr>
          <a:xfrm rot="2700000">
            <a:off x="1559312" y="4247863"/>
            <a:ext cx="494750" cy="494750"/>
          </a:xfrm>
          <a:prstGeom prst="rect">
            <a:avLst/>
          </a:prstGeom>
          <a:solidFill>
            <a:srgbClr val="515151">
              <a:alpha val="63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4" name="矩形 43"/>
          <p:cNvSpPr/>
          <p:nvPr userDrawn="1"/>
        </p:nvSpPr>
        <p:spPr>
          <a:xfrm rot="2700000">
            <a:off x="986540" y="2161712"/>
            <a:ext cx="361655" cy="361655"/>
          </a:xfrm>
          <a:prstGeom prst="rect">
            <a:avLst/>
          </a:prstGeom>
          <a:noFill/>
          <a:ln w="12700">
            <a:solidFill>
              <a:srgbClr val="515151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40" name="矩形 39"/>
          <p:cNvSpPr/>
          <p:nvPr userDrawn="1"/>
        </p:nvSpPr>
        <p:spPr>
          <a:xfrm rot="2700000">
            <a:off x="1815645" y="2537749"/>
            <a:ext cx="1828800" cy="1828800"/>
          </a:xfrm>
          <a:prstGeom prst="rect">
            <a:avLst/>
          </a:prstGeom>
          <a:solidFill>
            <a:schemeClr val="bg1"/>
          </a:solidFill>
          <a:ln w="114300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371600"/>
            <a:ext cx="5760538" cy="467360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  <p:sp>
        <p:nvSpPr>
          <p:cNvPr id="33" name="标题占位符 1"/>
          <p:cNvSpPr txBox="1">
            <a:spLocks noChangeArrowheads="1"/>
          </p:cNvSpPr>
          <p:nvPr userDrawn="1"/>
        </p:nvSpPr>
        <p:spPr bwMode="auto">
          <a:xfrm>
            <a:off x="1938193" y="2679748"/>
            <a:ext cx="1567542" cy="154657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今日</a:t>
            </a:r>
            <a:endParaRPr lang="en-US" altLang="zh-CN" sz="3600" dirty="0"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algn="ctr"/>
            <a:r>
              <a:rPr lang="zh-CN" altLang="en-US" sz="3600" dirty="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作业</a:t>
            </a:r>
          </a:p>
        </p:txBody>
      </p:sp>
      <p:sp>
        <p:nvSpPr>
          <p:cNvPr id="45" name="矩形 44"/>
          <p:cNvSpPr/>
          <p:nvPr userDrawn="1"/>
        </p:nvSpPr>
        <p:spPr>
          <a:xfrm rot="2700000">
            <a:off x="4273426" y="2466440"/>
            <a:ext cx="263657" cy="263657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学习目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7"/>
          <p:cNvSpPr>
            <a:spLocks noGrp="1"/>
          </p:cNvSpPr>
          <p:nvPr>
            <p:ph type="body" sz="quarter" idx="10"/>
          </p:nvPr>
        </p:nvSpPr>
        <p:spPr>
          <a:xfrm>
            <a:off x="4866958" y="1087755"/>
            <a:ext cx="6298881" cy="4855845"/>
          </a:xfrm>
          <a:prstGeom prst="rect">
            <a:avLst/>
          </a:prstGeom>
        </p:spPr>
        <p:txBody>
          <a:bodyPr anchor="ctr"/>
          <a:lstStyle>
            <a:lvl1pPr>
              <a:lnSpc>
                <a:spcPct val="200000"/>
              </a:lnSpc>
              <a:buFont typeface="+mj-lt"/>
              <a:buAutoNum type="arabicPeriod"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kumimoji="1" lang="zh-CN" altLang="en-US" dirty="0"/>
              <a:t>单击此处编辑母版文本样式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根据实际内容可调整文字高低的位置</a:t>
            </a:r>
            <a:endParaRPr kumimoji="1" lang="en-US" altLang="zh-CN" dirty="0"/>
          </a:p>
          <a:p>
            <a:pPr lvl="0"/>
            <a:r>
              <a:rPr kumimoji="1" lang="zh-CN" altLang="en-US" dirty="0"/>
              <a:t>此内容上下居中对齐，可根据实际情况微调位置和字体大小</a:t>
            </a: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二级标题+正文内容（无编号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占位符 9"/>
          <p:cNvSpPr>
            <a:spLocks noGrp="1"/>
          </p:cNvSpPr>
          <p:nvPr>
            <p:ph type="body" sz="quarter" idx="10" hasCustomPrompt="1"/>
          </p:nvPr>
        </p:nvSpPr>
        <p:spPr>
          <a:xfrm>
            <a:off x="710880" y="940081"/>
            <a:ext cx="10698800" cy="517190"/>
          </a:xfrm>
          <a:prstGeom prst="rect">
            <a:avLst/>
          </a:prstGeom>
        </p:spPr>
        <p:txBody>
          <a:bodyPr anchor="ctr" anchorCtr="0"/>
          <a:lstStyle>
            <a:lvl1pPr marL="0" indent="0">
              <a:buNone/>
              <a:defRPr lang="zh-CN" alt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marL="0" lvl="0" indent="0">
              <a:buNone/>
            </a:pPr>
            <a:r>
              <a:rPr lang="zh-CN" altLang="en-US" dirty="0"/>
              <a:t>正文二级标题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18</a:t>
            </a:r>
            <a:r>
              <a:rPr lang="zh-CN" altLang="en-US" dirty="0"/>
              <a:t>号</a:t>
            </a:r>
          </a:p>
        </p:txBody>
      </p:sp>
      <p:sp>
        <p:nvSpPr>
          <p:cNvPr id="12" name="文本占位符 11"/>
          <p:cNvSpPr>
            <a:spLocks noGrp="1"/>
          </p:cNvSpPr>
          <p:nvPr>
            <p:ph type="body" sz="quarter" idx="11" hasCustomPrompt="1"/>
          </p:nvPr>
        </p:nvSpPr>
        <p:spPr>
          <a:xfrm>
            <a:off x="710880" y="1656000"/>
            <a:ext cx="10698800" cy="42195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50000"/>
              </a:lnSpc>
              <a:buNone/>
              <a:defRPr sz="16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</a:lstStyle>
          <a:p>
            <a:pPr lvl="0"/>
            <a:r>
              <a:rPr lang="zh-CN" altLang="en-US" dirty="0"/>
              <a:t>此为正文内容，字体不可改，阿里巴巴普惠体</a:t>
            </a:r>
            <a:r>
              <a:rPr lang="en-US" altLang="zh-CN" dirty="0"/>
              <a:t>16</a:t>
            </a:r>
            <a:r>
              <a:rPr lang="zh-CN" altLang="en-US" dirty="0"/>
              <a:t>号</a:t>
            </a:r>
            <a:endParaRPr lang="en-US" altLang="zh-CN" dirty="0"/>
          </a:p>
          <a:p>
            <a:pPr lvl="0"/>
            <a:r>
              <a:rPr lang="zh-CN" altLang="en-US" dirty="0"/>
              <a:t>建议不超过三行，以图文并茂的方式讲解知识</a:t>
            </a: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总结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占位符 3"/>
          <p:cNvSpPr>
            <a:spLocks noGrp="1"/>
          </p:cNvSpPr>
          <p:nvPr>
            <p:ph type="body" sz="quarter" idx="10" hasCustomPrompt="1"/>
          </p:nvPr>
        </p:nvSpPr>
        <p:spPr>
          <a:xfrm>
            <a:off x="5126584" y="1463040"/>
            <a:ext cx="5760538" cy="4511040"/>
          </a:xfrm>
          <a:prstGeom prst="rect">
            <a:avLst/>
          </a:prstGeom>
        </p:spPr>
        <p:txBody>
          <a:bodyPr anchor="ctr"/>
          <a:lstStyle>
            <a:lvl1pPr marL="342900" marR="0" indent="-342900" algn="l" defTabSz="914400" rtl="0" eaLnBrk="0" fontAlgn="base" latinLnBrk="0" hangingPunct="0">
              <a:lnSpc>
                <a:spcPct val="2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+mj-lt"/>
              <a:buAutoNum type="arabicPeriod"/>
              <a:defRPr sz="1800"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609600" indent="0">
              <a:buNone/>
              <a:defRPr/>
            </a:lvl2pPr>
            <a:lvl3pPr marL="1219200" indent="0">
              <a:buNone/>
              <a:defRPr/>
            </a:lvl3pPr>
            <a:lvl4pPr marL="1828800" indent="0">
              <a:buNone/>
              <a:defRPr/>
            </a:lvl4pPr>
          </a:lstStyle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r>
              <a:rPr lang="zh-CN" altLang="en-US" dirty="0"/>
              <a:t>请输入正文内容</a:t>
            </a:r>
            <a:endParaRPr lang="en-US" altLang="zh-CN" dirty="0"/>
          </a:p>
          <a:p>
            <a:pPr lvl="0"/>
            <a:endParaRPr lang="zh-CN" altLang="en-US" dirty="0"/>
          </a:p>
        </p:txBody>
      </p:sp>
      <p:sp>
        <p:nvSpPr>
          <p:cNvPr id="10" name="标题占位符 1"/>
          <p:cNvSpPr txBox="1">
            <a:spLocks noChangeArrowheads="1"/>
          </p:cNvSpPr>
          <p:nvPr userDrawn="1"/>
        </p:nvSpPr>
        <p:spPr bwMode="auto">
          <a:xfrm>
            <a:off x="0" y="2889250"/>
            <a:ext cx="5105400" cy="1079500"/>
          </a:xfrm>
          <a:prstGeom prst="rect">
            <a:avLst/>
          </a:prstGeom>
          <a:noFill/>
          <a:ln>
            <a:noFill/>
          </a:ln>
        </p:spPr>
        <p:txBody>
          <a:bodyPr lIns="91440" tIns="45720" rIns="91440" bIns="45720" anchor="ctr"/>
          <a:lstStyle>
            <a:lvl1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2pPr>
            <a:lvl3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3pPr>
            <a:lvl4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4pPr>
            <a:lvl5pPr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5pPr>
            <a:lvl6pPr marL="3429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6pPr>
            <a:lvl7pPr marL="6858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7pPr>
            <a:lvl8pPr marL="10287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8pPr>
            <a:lvl9pPr marL="137160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000">
                <a:solidFill>
                  <a:schemeClr val="tx1"/>
                </a:solidFill>
                <a:latin typeface="Segoe UI Light" panose="020B0502040204020203" pitchFamily="34" charset="0"/>
                <a:ea typeface="微软雅黑 Light" panose="020B0502040204020203" pitchFamily="34" charset="-122"/>
              </a:defRPr>
            </a:lvl9pPr>
          </a:lstStyle>
          <a:p>
            <a:pPr algn="ctr">
              <a:defRPr/>
            </a:pPr>
            <a:r>
              <a:rPr lang="zh-CN" altLang="en-US" sz="4800" kern="0" dirty="0">
                <a:solidFill>
                  <a:schemeClr val="bg1"/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总结</a:t>
            </a:r>
            <a:endParaRPr lang="zh-TW" altLang="zh-CN" sz="4800" kern="0" dirty="0">
              <a:solidFill>
                <a:schemeClr val="bg1"/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grpSp>
        <p:nvGrpSpPr>
          <p:cNvPr id="9" name="组合 8"/>
          <p:cNvGrpSpPr/>
          <p:nvPr userDrawn="1"/>
        </p:nvGrpSpPr>
        <p:grpSpPr>
          <a:xfrm>
            <a:off x="710880" y="1928702"/>
            <a:ext cx="3587349" cy="3036721"/>
            <a:chOff x="864135" y="2246295"/>
            <a:chExt cx="3587349" cy="3036721"/>
          </a:xfrm>
        </p:grpSpPr>
        <p:sp>
          <p:nvSpPr>
            <p:cNvPr id="12" name="椭圆 11"/>
            <p:cNvSpPr/>
            <p:nvPr userDrawn="1"/>
          </p:nvSpPr>
          <p:spPr>
            <a:xfrm>
              <a:off x="1348310" y="4694927"/>
              <a:ext cx="588089" cy="588089"/>
            </a:xfrm>
            <a:prstGeom prst="ellipse">
              <a:avLst/>
            </a:prstGeom>
            <a:noFill/>
            <a:ln w="12700">
              <a:solidFill>
                <a:schemeClr val="bg1">
                  <a:lumMod val="75000"/>
                </a:schemeClr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" name="椭圆 12"/>
            <p:cNvSpPr/>
            <p:nvPr userDrawn="1"/>
          </p:nvSpPr>
          <p:spPr>
            <a:xfrm>
              <a:off x="2962055" y="4101828"/>
              <a:ext cx="926888" cy="926888"/>
            </a:xfrm>
            <a:prstGeom prst="ellipse">
              <a:avLst/>
            </a:prstGeom>
            <a:solidFill>
              <a:srgbClr val="515151">
                <a:alpha val="63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椭圆 13"/>
            <p:cNvSpPr/>
            <p:nvPr userDrawn="1"/>
          </p:nvSpPr>
          <p:spPr>
            <a:xfrm>
              <a:off x="2860808" y="2695667"/>
              <a:ext cx="1590676" cy="1590676"/>
            </a:xfrm>
            <a:prstGeom prst="ellipse">
              <a:avLst/>
            </a:prstGeom>
            <a:noFill/>
            <a:ln w="12700">
              <a:solidFill>
                <a:srgbClr val="515151"/>
              </a:solidFill>
              <a:prstDash val="lg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9" name="椭圆 18"/>
            <p:cNvSpPr/>
            <p:nvPr userDrawn="1"/>
          </p:nvSpPr>
          <p:spPr>
            <a:xfrm>
              <a:off x="1642355" y="2871191"/>
              <a:ext cx="1924945" cy="1895739"/>
            </a:xfrm>
            <a:prstGeom prst="ellipse">
              <a:avLst/>
            </a:prstGeom>
            <a:solidFill>
              <a:schemeClr val="bg1"/>
            </a:solidFill>
            <a:ln w="114300">
              <a:solidFill>
                <a:srgbClr val="AD2B2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sp>
          <p:nvSpPr>
            <p:cNvPr id="16" name="椭圆 15"/>
            <p:cNvSpPr/>
            <p:nvPr userDrawn="1"/>
          </p:nvSpPr>
          <p:spPr>
            <a:xfrm>
              <a:off x="864135" y="2246295"/>
              <a:ext cx="804338" cy="804338"/>
            </a:xfrm>
            <a:prstGeom prst="ellipse">
              <a:avLst/>
            </a:prstGeom>
            <a:solidFill>
              <a:schemeClr val="bg1">
                <a:lumMod val="95000"/>
                <a:alpha val="7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椭圆 16"/>
            <p:cNvSpPr/>
            <p:nvPr userDrawn="1"/>
          </p:nvSpPr>
          <p:spPr>
            <a:xfrm>
              <a:off x="3257550" y="2352674"/>
              <a:ext cx="314325" cy="314325"/>
            </a:xfrm>
            <a:prstGeom prst="ellipse">
              <a:avLst/>
            </a:prstGeom>
            <a:solidFill>
              <a:srgbClr val="49504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标题占位符 1"/>
            <p:cNvSpPr txBox="1">
              <a:spLocks noChangeArrowheads="1"/>
            </p:cNvSpPr>
            <p:nvPr userDrawn="1"/>
          </p:nvSpPr>
          <p:spPr bwMode="auto">
            <a:xfrm>
              <a:off x="1822066" y="3328761"/>
              <a:ext cx="1567542" cy="1079500"/>
            </a:xfrm>
            <a:prstGeom prst="rect">
              <a:avLst/>
            </a:prstGeom>
            <a:noFill/>
            <a:ln>
              <a:noFill/>
            </a:ln>
          </p:spPr>
          <p:txBody>
            <a:bodyPr lIns="91440" tIns="45720" rIns="91440" bIns="45720" anchor="ctr"/>
            <a:lstStyle>
              <a:lvl1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  <a:lvl2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2pPr>
              <a:lvl3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3pPr>
              <a:lvl4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4pPr>
              <a:lvl5pPr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5pPr>
              <a:lvl6pPr marL="3429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6pPr>
              <a:lvl7pPr marL="6858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7pPr>
              <a:lvl8pPr marL="10287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8pPr>
              <a:lvl9pPr marL="1371600" algn="l" rtl="0" fontAlgn="base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defRPr sz="3000">
                  <a:solidFill>
                    <a:schemeClr val="tx1"/>
                  </a:solidFill>
                  <a:latin typeface="Segoe UI Light" panose="020B0502040204020203" pitchFamily="34" charset="0"/>
                  <a:ea typeface="微软雅黑 Light" panose="020B0502040204020203" pitchFamily="34" charset="-122"/>
                </a:defRPr>
              </a:lvl9pPr>
            </a:lstStyle>
            <a:p>
              <a:pPr algn="ctr"/>
              <a:r>
                <a:rPr lang="zh-CN" altLang="en-US" sz="4000" dirty="0">
                  <a:latin typeface="阿里巴巴普惠体" panose="00020600040101010101" charset="-122"/>
                  <a:ea typeface="阿里巴巴普惠体" panose="00020600040101010101" charset="-122"/>
                  <a:cs typeface="阿里巴巴普惠体" panose="00020600040101010101" charset="-122"/>
                </a:rPr>
                <a:t>总结</a:t>
              </a:r>
            </a:p>
          </p:txBody>
        </p:sp>
      </p:grpSp>
      <p:sp>
        <p:nvSpPr>
          <p:cNvPr id="21" name="标题 1"/>
          <p:cNvSpPr>
            <a:spLocks noGrp="1"/>
          </p:cNvSpPr>
          <p:nvPr>
            <p:ph type="title" hasCustomPrompt="1"/>
          </p:nvPr>
        </p:nvSpPr>
        <p:spPr>
          <a:xfrm>
            <a:off x="710880" y="234029"/>
            <a:ext cx="8771021" cy="517190"/>
          </a:xfrm>
          <a:prstGeom prst="rect">
            <a:avLst/>
          </a:prstGeom>
        </p:spPr>
        <p:txBody>
          <a:bodyPr anchor="ctr" anchorCtr="0"/>
          <a:lstStyle>
            <a:lvl1pPr>
              <a:defRPr lang="zh-CN" altLang="en-US" sz="2400" i="0" dirty="0">
                <a:solidFill>
                  <a:schemeClr val="tx1">
                    <a:lumMod val="65000"/>
                    <a:lumOff val="35000"/>
                  </a:schemeClr>
                </a:solidFill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defRPr>
            </a:lvl1pPr>
          </a:lstStyle>
          <a:p>
            <a:pPr lvl="0"/>
            <a:r>
              <a:rPr lang="zh-CN" altLang="en-US" dirty="0"/>
              <a:t>正文一级标题</a:t>
            </a:r>
            <a:r>
              <a:rPr lang="en-US" altLang="zh-CN" dirty="0"/>
              <a:t>-</a:t>
            </a:r>
            <a:r>
              <a:rPr lang="zh-CN" altLang="en-US" dirty="0"/>
              <a:t>阿里巴巴普惠体</a:t>
            </a:r>
            <a:r>
              <a:rPr lang="en-US" altLang="zh-CN" dirty="0"/>
              <a:t>24</a:t>
            </a:r>
            <a:r>
              <a:rPr lang="zh-CN" altLang="en-US" dirty="0"/>
              <a:t>号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.xml"/><Relationship Id="rId3" Type="http://schemas.openxmlformats.org/officeDocument/2006/relationships/slideLayout" Target="../slideLayouts/slideLayout5.xml"/><Relationship Id="rId7" Type="http://schemas.openxmlformats.org/officeDocument/2006/relationships/slideLayout" Target="../slideLayouts/slideLayout9.xml"/><Relationship Id="rId2" Type="http://schemas.openxmlformats.org/officeDocument/2006/relationships/slideLayout" Target="../slideLayouts/slideLayout4.xml"/><Relationship Id="rId1" Type="http://schemas.openxmlformats.org/officeDocument/2006/relationships/slideLayout" Target="../slideLayouts/slideLayout3.xml"/><Relationship Id="rId6" Type="http://schemas.openxmlformats.org/officeDocument/2006/relationships/slideLayout" Target="../slideLayouts/slideLayout8.xml"/><Relationship Id="rId5" Type="http://schemas.openxmlformats.org/officeDocument/2006/relationships/slideLayout" Target="../slideLayouts/slideLayout7.xml"/><Relationship Id="rId4" Type="http://schemas.openxmlformats.org/officeDocument/2006/relationships/slideLayout" Target="../slideLayouts/slideLayout6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3.xml"/><Relationship Id="rId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1.xml"/><Relationship Id="rId5" Type="http://schemas.openxmlformats.org/officeDocument/2006/relationships/image" Target="../media/image3.svg"/><Relationship Id="rId4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4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slideLayout" Target="../slideLayouts/slideLayout29.xml"/><Relationship Id="rId18" Type="http://schemas.openxmlformats.org/officeDocument/2006/relationships/slideLayout" Target="../slideLayouts/slideLayout34.xml"/><Relationship Id="rId3" Type="http://schemas.openxmlformats.org/officeDocument/2006/relationships/slideLayout" Target="../slideLayouts/slideLayout19.xml"/><Relationship Id="rId21" Type="http://schemas.openxmlformats.org/officeDocument/2006/relationships/slideLayout" Target="../slideLayouts/slideLayout37.xml"/><Relationship Id="rId7" Type="http://schemas.openxmlformats.org/officeDocument/2006/relationships/slideLayout" Target="../slideLayouts/slideLayout23.xml"/><Relationship Id="rId12" Type="http://schemas.openxmlformats.org/officeDocument/2006/relationships/slideLayout" Target="../slideLayouts/slideLayout28.xml"/><Relationship Id="rId17" Type="http://schemas.openxmlformats.org/officeDocument/2006/relationships/slideLayout" Target="../slideLayouts/slideLayout33.xml"/><Relationship Id="rId2" Type="http://schemas.openxmlformats.org/officeDocument/2006/relationships/slideLayout" Target="../slideLayouts/slideLayout18.xml"/><Relationship Id="rId16" Type="http://schemas.openxmlformats.org/officeDocument/2006/relationships/slideLayout" Target="../slideLayouts/slideLayout32.xml"/><Relationship Id="rId20" Type="http://schemas.openxmlformats.org/officeDocument/2006/relationships/slideLayout" Target="../slideLayouts/slideLayout36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31.xml"/><Relationship Id="rId23" Type="http://schemas.openxmlformats.org/officeDocument/2006/relationships/image" Target="../media/image4.png"/><Relationship Id="rId10" Type="http://schemas.openxmlformats.org/officeDocument/2006/relationships/slideLayout" Target="../slideLayouts/slideLayout26.xml"/><Relationship Id="rId19" Type="http://schemas.openxmlformats.org/officeDocument/2006/relationships/slideLayout" Target="../slideLayouts/slideLayout35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14" Type="http://schemas.openxmlformats.org/officeDocument/2006/relationships/slideLayout" Target="../slideLayouts/slideLayout30.xml"/><Relationship Id="rId22" Type="http://schemas.openxmlformats.org/officeDocument/2006/relationships/theme" Target="../theme/theme6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5.xml"/><Relationship Id="rId3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4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39.xml"/><Relationship Id="rId1" Type="http://schemas.openxmlformats.org/officeDocument/2006/relationships/slideLayout" Target="../slideLayouts/slideLayout38.xml"/><Relationship Id="rId6" Type="http://schemas.openxmlformats.org/officeDocument/2006/relationships/slideLayout" Target="../slideLayouts/slideLayout43.xml"/><Relationship Id="rId11" Type="http://schemas.openxmlformats.org/officeDocument/2006/relationships/slideLayout" Target="../slideLayouts/slideLayout48.xml"/><Relationship Id="rId5" Type="http://schemas.openxmlformats.org/officeDocument/2006/relationships/slideLayout" Target="../slideLayouts/slideLayout42.xml"/><Relationship Id="rId10" Type="http://schemas.openxmlformats.org/officeDocument/2006/relationships/slideLayout" Target="../slideLayouts/slideLayout47.xml"/><Relationship Id="rId4" Type="http://schemas.openxmlformats.org/officeDocument/2006/relationships/slideLayout" Target="../slideLayouts/slideLayout41.xml"/><Relationship Id="rId9" Type="http://schemas.openxmlformats.org/officeDocument/2006/relationships/slideLayout" Target="../slideLayouts/slideLayout46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60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slideLayout" Target="../slideLayouts/slideLayout73.xml"/><Relationship Id="rId18" Type="http://schemas.openxmlformats.org/officeDocument/2006/relationships/slideLayout" Target="../slideLayouts/slideLayout78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17" Type="http://schemas.openxmlformats.org/officeDocument/2006/relationships/slideLayout" Target="../slideLayouts/slideLayout77.xml"/><Relationship Id="rId2" Type="http://schemas.openxmlformats.org/officeDocument/2006/relationships/slideLayout" Target="../slideLayouts/slideLayout62.xml"/><Relationship Id="rId16" Type="http://schemas.openxmlformats.org/officeDocument/2006/relationships/slideLayout" Target="../slideLayouts/slideLayout7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75.xml"/><Relationship Id="rId10" Type="http://schemas.openxmlformats.org/officeDocument/2006/relationships/slideLayout" Target="../slideLayouts/slideLayout70.xml"/><Relationship Id="rId19" Type="http://schemas.openxmlformats.org/officeDocument/2006/relationships/theme" Target="../theme/theme1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Relationship Id="rId14" Type="http://schemas.openxmlformats.org/officeDocument/2006/relationships/slideLayout" Target="../slideLayouts/slideLayout74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1.xml"/><Relationship Id="rId2" Type="http://schemas.openxmlformats.org/officeDocument/2006/relationships/slideLayout" Target="../slideLayouts/slideLayout80.xml"/><Relationship Id="rId1" Type="http://schemas.openxmlformats.org/officeDocument/2006/relationships/slideLayout" Target="../slideLayouts/slideLayout79.xml"/><Relationship Id="rId6" Type="http://schemas.openxmlformats.org/officeDocument/2006/relationships/image" Target="../media/image3.svg"/><Relationship Id="rId5" Type="http://schemas.openxmlformats.org/officeDocument/2006/relationships/theme" Target="../theme/theme11.xml"/><Relationship Id="rId4" Type="http://schemas.openxmlformats.org/officeDocument/2006/relationships/slideLayout" Target="../slideLayouts/slideLayout8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图片 2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1677" y="5726430"/>
            <a:ext cx="2748647" cy="448662"/>
          </a:xfrm>
          <a:prstGeom prst="rect">
            <a:avLst/>
          </a:prstGeom>
        </p:spPr>
      </p:pic>
      <p:sp>
        <p:nvSpPr>
          <p:cNvPr id="30" name="六边形 29"/>
          <p:cNvSpPr/>
          <p:nvPr userDrawn="1"/>
        </p:nvSpPr>
        <p:spPr>
          <a:xfrm rot="5400000">
            <a:off x="8672366" y="-244234"/>
            <a:ext cx="1034350" cy="1136649"/>
          </a:xfrm>
          <a:custGeom>
            <a:avLst/>
            <a:gdLst>
              <a:gd name="connsiteX0" fmla="*/ 0 w 1318512"/>
              <a:gd name="connsiteY0" fmla="*/ 568325 h 1136649"/>
              <a:gd name="connsiteX1" fmla="*/ 284162 w 1318512"/>
              <a:gd name="connsiteY1" fmla="*/ 0 h 1136649"/>
              <a:gd name="connsiteX2" fmla="*/ 1034350 w 1318512"/>
              <a:gd name="connsiteY2" fmla="*/ 0 h 1136649"/>
              <a:gd name="connsiteX3" fmla="*/ 1318512 w 1318512"/>
              <a:gd name="connsiteY3" fmla="*/ 568325 h 1136649"/>
              <a:gd name="connsiteX4" fmla="*/ 1034350 w 1318512"/>
              <a:gd name="connsiteY4" fmla="*/ 1136649 h 1136649"/>
              <a:gd name="connsiteX5" fmla="*/ 284162 w 1318512"/>
              <a:gd name="connsiteY5" fmla="*/ 1136649 h 1136649"/>
              <a:gd name="connsiteX6" fmla="*/ 0 w 1318512"/>
              <a:gd name="connsiteY6" fmla="*/ 568325 h 1136649"/>
              <a:gd name="connsiteX0-1" fmla="*/ 0 w 1034350"/>
              <a:gd name="connsiteY0-2" fmla="*/ 1136649 h 1136649"/>
              <a:gd name="connsiteX1-3" fmla="*/ 0 w 1034350"/>
              <a:gd name="connsiteY1-4" fmla="*/ 0 h 1136649"/>
              <a:gd name="connsiteX2-5" fmla="*/ 750188 w 1034350"/>
              <a:gd name="connsiteY2-6" fmla="*/ 0 h 1136649"/>
              <a:gd name="connsiteX3-7" fmla="*/ 1034350 w 1034350"/>
              <a:gd name="connsiteY3-8" fmla="*/ 568325 h 1136649"/>
              <a:gd name="connsiteX4-9" fmla="*/ 750188 w 1034350"/>
              <a:gd name="connsiteY4-10" fmla="*/ 1136649 h 1136649"/>
              <a:gd name="connsiteX5-11" fmla="*/ 0 w 1034350"/>
              <a:gd name="connsiteY5-12" fmla="*/ 1136649 h 1136649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  <a:cxn ang="0">
                <a:pos x="connsiteX5-11" y="connsiteY5-12"/>
              </a:cxn>
            </a:cxnLst>
            <a:rect l="l" t="t" r="r" b="b"/>
            <a:pathLst>
              <a:path w="1034350" h="1136649">
                <a:moveTo>
                  <a:pt x="0" y="1136649"/>
                </a:moveTo>
                <a:lnTo>
                  <a:pt x="0" y="0"/>
                </a:lnTo>
                <a:lnTo>
                  <a:pt x="750188" y="0"/>
                </a:lnTo>
                <a:lnTo>
                  <a:pt x="1034350" y="568325"/>
                </a:lnTo>
                <a:lnTo>
                  <a:pt x="750188" y="1136649"/>
                </a:lnTo>
                <a:lnTo>
                  <a:pt x="0" y="1136649"/>
                </a:lnTo>
                <a:close/>
              </a:path>
            </a:pathLst>
          </a:cu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六边形 30"/>
          <p:cNvSpPr/>
          <p:nvPr userDrawn="1"/>
        </p:nvSpPr>
        <p:spPr>
          <a:xfrm rot="5400000">
            <a:off x="9521078" y="753888"/>
            <a:ext cx="523072" cy="450925"/>
          </a:xfrm>
          <a:prstGeom prst="hexagon">
            <a:avLst/>
          </a:prstGeom>
          <a:solidFill>
            <a:srgbClr val="49504F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2" name="六边形 31"/>
          <p:cNvSpPr/>
          <p:nvPr userDrawn="1"/>
        </p:nvSpPr>
        <p:spPr>
          <a:xfrm rot="5400000">
            <a:off x="8027944" y="996957"/>
            <a:ext cx="523072" cy="450925"/>
          </a:xfrm>
          <a:prstGeom prst="hexagon">
            <a:avLst/>
          </a:prstGeom>
          <a:noFill/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3" name="六边形 32"/>
          <p:cNvSpPr/>
          <p:nvPr userDrawn="1"/>
        </p:nvSpPr>
        <p:spPr>
          <a:xfrm rot="5400000">
            <a:off x="10287577" y="140894"/>
            <a:ext cx="196767" cy="169627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4" name="六边形 33"/>
          <p:cNvSpPr/>
          <p:nvPr userDrawn="1"/>
        </p:nvSpPr>
        <p:spPr>
          <a:xfrm rot="5400000">
            <a:off x="3684719" y="893697"/>
            <a:ext cx="886529" cy="76425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5" name="六边形 34"/>
          <p:cNvSpPr/>
          <p:nvPr userDrawn="1"/>
        </p:nvSpPr>
        <p:spPr>
          <a:xfrm rot="5400000">
            <a:off x="11266257" y="1225116"/>
            <a:ext cx="206955" cy="178410"/>
          </a:xfrm>
          <a:prstGeom prst="hexagon">
            <a:avLst/>
          </a:prstGeom>
          <a:noFill/>
          <a:ln w="9525">
            <a:solidFill>
              <a:srgbClr val="AD2B2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六边形 35"/>
          <p:cNvSpPr/>
          <p:nvPr userDrawn="1"/>
        </p:nvSpPr>
        <p:spPr>
          <a:xfrm rot="5400000">
            <a:off x="918490" y="676500"/>
            <a:ext cx="206955" cy="178410"/>
          </a:xfrm>
          <a:prstGeom prst="hexagon">
            <a:avLst/>
          </a:prstGeom>
          <a:solidFill>
            <a:srgbClr val="AD2B2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六边形 36"/>
          <p:cNvSpPr/>
          <p:nvPr userDrawn="1"/>
        </p:nvSpPr>
        <p:spPr>
          <a:xfrm rot="5400000">
            <a:off x="4564916" y="775592"/>
            <a:ext cx="369001" cy="318105"/>
          </a:xfrm>
          <a:prstGeom prst="hexagon">
            <a:avLst/>
          </a:prstGeom>
          <a:solidFill>
            <a:schemeClr val="bg1">
              <a:lumMod val="95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3" name="直线连接符 2"/>
          <p:cNvCxnSpPr/>
          <p:nvPr userDrawn="1"/>
        </p:nvCxnSpPr>
        <p:spPr>
          <a:xfrm>
            <a:off x="9997213" y="1131213"/>
            <a:ext cx="647089" cy="39664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线连接符 40"/>
          <p:cNvCxnSpPr/>
          <p:nvPr userDrawn="1"/>
        </p:nvCxnSpPr>
        <p:spPr>
          <a:xfrm>
            <a:off x="3898416" y="466240"/>
            <a:ext cx="691948" cy="36631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5" name="组合 4"/>
          <p:cNvGrpSpPr/>
          <p:nvPr userDrawn="1"/>
        </p:nvGrpSpPr>
        <p:grpSpPr>
          <a:xfrm>
            <a:off x="2126595" y="2260317"/>
            <a:ext cx="2280944" cy="1168683"/>
            <a:chOff x="1984355" y="1223746"/>
            <a:chExt cx="2280944" cy="1168683"/>
          </a:xfrm>
        </p:grpSpPr>
        <p:sp>
          <p:nvSpPr>
            <p:cNvPr id="20" name="文本框 19"/>
            <p:cNvSpPr txBox="1"/>
            <p:nvPr/>
          </p:nvSpPr>
          <p:spPr>
            <a:xfrm>
              <a:off x="2549296" y="1223746"/>
              <a:ext cx="1245854" cy="738664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4200" b="1" i="0" dirty="0">
                  <a:latin typeface="阿里巴巴普惠体 B" panose="00020600040101010101" pitchFamily="18" charset="-122"/>
                  <a:ea typeface="阿里巴巴普惠体 B" panose="00020600040101010101" pitchFamily="18" charset="-122"/>
                  <a:cs typeface="阿里巴巴普惠体 B" panose="00020600040101010101" pitchFamily="18" charset="-122"/>
                </a:rPr>
                <a:t>目录</a:t>
              </a:r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984355" y="1869209"/>
              <a:ext cx="1833941" cy="5232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2800" dirty="0">
                  <a:solidFill>
                    <a:schemeClr val="bg1">
                      <a:lumMod val="85000"/>
                    </a:schemeClr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阿里巴巴普惠体" panose="00020600040101010101" charset="-122"/>
                </a:rPr>
                <a:t>Contents</a:t>
              </a:r>
              <a:endParaRPr lang="zh-CN" altLang="en-US" sz="28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阿里巴巴普惠体" panose="00020600040101010101" charset="-122"/>
                <a:cs typeface="阿里巴巴普惠体" panose="00020600040101010101" charset="-122"/>
              </a:endParaRPr>
            </a:p>
          </p:txBody>
        </p:sp>
        <p:cxnSp>
          <p:nvCxnSpPr>
            <p:cNvPr id="23" name="直接连接符 2"/>
            <p:cNvCxnSpPr/>
            <p:nvPr/>
          </p:nvCxnSpPr>
          <p:spPr>
            <a:xfrm>
              <a:off x="4265299" y="1300145"/>
              <a:ext cx="0" cy="1062261"/>
            </a:xfrm>
            <a:prstGeom prst="line">
              <a:avLst/>
            </a:prstGeom>
            <a:ln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六边形 24"/>
            <p:cNvSpPr/>
            <p:nvPr/>
          </p:nvSpPr>
          <p:spPr>
            <a:xfrm rot="5400000">
              <a:off x="2142134" y="1404577"/>
              <a:ext cx="437322" cy="377002"/>
            </a:xfrm>
            <a:prstGeom prst="hexagon">
              <a:avLst/>
            </a:prstGeom>
            <a:solidFill>
              <a:srgbClr val="AD2B2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6" name="六边形 25"/>
            <p:cNvSpPr/>
            <p:nvPr/>
          </p:nvSpPr>
          <p:spPr>
            <a:xfrm rot="5400000">
              <a:off x="2037082" y="1610051"/>
              <a:ext cx="246109" cy="212163"/>
            </a:xfrm>
            <a:prstGeom prst="hexagon">
              <a:avLst/>
            </a:prstGeom>
            <a:solidFill>
              <a:srgbClr val="D9D9D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六边形 7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六边形 6"/>
          <p:cNvSpPr/>
          <p:nvPr userDrawn="1"/>
        </p:nvSpPr>
        <p:spPr>
          <a:xfrm rot="5400000">
            <a:off x="3779834" y="2429461"/>
            <a:ext cx="1318512" cy="1136649"/>
          </a:xfrm>
          <a:prstGeom prst="hexagon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六边形 10"/>
          <p:cNvSpPr/>
          <p:nvPr userDrawn="1"/>
        </p:nvSpPr>
        <p:spPr>
          <a:xfrm rot="5400000">
            <a:off x="3567036" y="3257393"/>
            <a:ext cx="429253" cy="370046"/>
          </a:xfrm>
          <a:prstGeom prst="hexagon">
            <a:avLst/>
          </a:prstGeom>
          <a:solidFill>
            <a:srgbClr val="D9D9D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140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多一句没有，少一句不行，用最短时间，教会更实用的技术！</a:t>
            </a: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4982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697720" y="6582410"/>
            <a:ext cx="2494280" cy="307975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755505" y="6555105"/>
            <a:ext cx="2436495" cy="3371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高级数字化人才培训专家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4" r:id="rId5"/>
    <p:sldLayoutId id="2147483675" r:id="rId6"/>
    <p:sldLayoutId id="2147483676" r:id="rId7"/>
    <p:sldLayoutId id="2147483677" r:id="rId8"/>
    <p:sldLayoutId id="2147483678" r:id="rId9"/>
    <p:sldLayoutId id="2147483679" r:id="rId10"/>
    <p:sldLayoutId id="2147483680" r:id="rId11"/>
    <p:sldLayoutId id="2147483681" r:id="rId12"/>
    <p:sldLayoutId id="2147483682" r:id="rId13"/>
    <p:sldLayoutId id="2147483683" r:id="rId14"/>
    <p:sldLayoutId id="2147483684" r:id="rId15"/>
    <p:sldLayoutId id="2147483685" r:id="rId16"/>
    <p:sldLayoutId id="2147483686" r:id="rId17"/>
    <p:sldLayoutId id="2147483687" r:id="rId18"/>
    <p:sldLayoutId id="2147483688" r:id="rId19"/>
    <p:sldLayoutId id="2147483739" r:id="rId20"/>
    <p:sldLayoutId id="2147483740" r:id="rId2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666EC5-0109-4184-8118-DE9082C0533A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3B4646-813A-4832-A50F-60E1A3E629C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26C-D819-40E4-B45D-2F58886970D3}" type="datetimeFigureOut">
              <a:rPr lang="zh-CN" altLang="en-US" smtClean="0"/>
              <a:t>2026/4/13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B2DCFA-08CF-4827-BDC7-221D1537336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713" y="2604635"/>
            <a:ext cx="2314575" cy="955968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5865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黑体" panose="02010609060101010101" pitchFamily="49" charset="-122"/>
        </a:defRPr>
      </a:lvl5pPr>
      <a:lvl6pPr marL="6096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12192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8288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2438400" algn="ctr" rtl="0" fontAlgn="base">
        <a:spcBef>
          <a:spcPct val="0"/>
        </a:spcBef>
        <a:spcAft>
          <a:spcPct val="0"/>
        </a:spcAft>
        <a:defRPr sz="5865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3735" kern="1200">
          <a:solidFill>
            <a:schemeClr val="tx1"/>
          </a:solidFill>
          <a:latin typeface="+mn-lt"/>
          <a:ea typeface="+mn-ea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片 8"/>
          <p:cNvPicPr>
            <a:picLocks noChangeAspect="1"/>
          </p:cNvPicPr>
          <p:nvPr userDrawn="1"/>
        </p:nvPicPr>
        <p:blipFill>
          <a:blip r:embed="rId2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083" y="162578"/>
            <a:ext cx="2031376" cy="593842"/>
          </a:xfrm>
          <a:prstGeom prst="rect">
            <a:avLst/>
          </a:prstGeom>
        </p:spPr>
      </p:pic>
      <p:sp>
        <p:nvSpPr>
          <p:cNvPr id="10" name="矩形 9"/>
          <p:cNvSpPr/>
          <p:nvPr userDrawn="1"/>
        </p:nvSpPr>
        <p:spPr>
          <a:xfrm>
            <a:off x="4504267" y="260138"/>
            <a:ext cx="7687727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100" dirty="0">
                <a:solidFill>
                  <a:srgbClr val="49504F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多一句没有，少一句不行，用最短时间，教会最实用的技术！</a:t>
            </a:r>
          </a:p>
        </p:txBody>
      </p:sp>
      <p:sp>
        <p:nvSpPr>
          <p:cNvPr id="15" name="矩形 14"/>
          <p:cNvSpPr/>
          <p:nvPr userDrawn="1"/>
        </p:nvSpPr>
        <p:spPr>
          <a:xfrm>
            <a:off x="-52550" y="0"/>
            <a:ext cx="224790" cy="694841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矩形 16"/>
          <p:cNvSpPr/>
          <p:nvPr userDrawn="1"/>
        </p:nvSpPr>
        <p:spPr>
          <a:xfrm>
            <a:off x="-52550" y="719892"/>
            <a:ext cx="223200" cy="315311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/>
          <p:cNvSpPr/>
          <p:nvPr userDrawn="1"/>
        </p:nvSpPr>
        <p:spPr>
          <a:xfrm>
            <a:off x="2567066" y="719635"/>
            <a:ext cx="7023600" cy="21600"/>
          </a:xfrm>
          <a:prstGeom prst="rect">
            <a:avLst/>
          </a:prstGeom>
          <a:solidFill>
            <a:srgbClr val="4950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/>
          <p:cNvSpPr/>
          <p:nvPr userDrawn="1"/>
        </p:nvSpPr>
        <p:spPr>
          <a:xfrm>
            <a:off x="9481902" y="719635"/>
            <a:ext cx="2163600" cy="21600"/>
          </a:xfrm>
          <a:prstGeom prst="rect">
            <a:avLst/>
          </a:prstGeom>
          <a:solidFill>
            <a:srgbClr val="B600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2" name="任意形状 21"/>
          <p:cNvSpPr/>
          <p:nvPr userDrawn="1"/>
        </p:nvSpPr>
        <p:spPr>
          <a:xfrm>
            <a:off x="9612588" y="6582369"/>
            <a:ext cx="400898" cy="208765"/>
          </a:xfrm>
          <a:custGeom>
            <a:avLst/>
            <a:gdLst>
              <a:gd name="connsiteX0" fmla="*/ 200449 w 400898"/>
              <a:gd name="connsiteY0" fmla="*/ 0 h 208765"/>
              <a:gd name="connsiteX1" fmla="*/ 400898 w 400898"/>
              <a:gd name="connsiteY1" fmla="*/ 200449 h 208765"/>
              <a:gd name="connsiteX2" fmla="*/ 392582 w 400898"/>
              <a:gd name="connsiteY2" fmla="*/ 208765 h 208765"/>
              <a:gd name="connsiteX3" fmla="*/ 8316 w 400898"/>
              <a:gd name="connsiteY3" fmla="*/ 208765 h 208765"/>
              <a:gd name="connsiteX4" fmla="*/ 0 w 400898"/>
              <a:gd name="connsiteY4" fmla="*/ 200449 h 208765"/>
              <a:gd name="connsiteX5" fmla="*/ 200449 w 400898"/>
              <a:gd name="connsiteY5" fmla="*/ 0 h 2087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0898" h="208765">
                <a:moveTo>
                  <a:pt x="200449" y="0"/>
                </a:moveTo>
                <a:lnTo>
                  <a:pt x="400898" y="200449"/>
                </a:lnTo>
                <a:lnTo>
                  <a:pt x="392582" y="208765"/>
                </a:lnTo>
                <a:lnTo>
                  <a:pt x="8316" y="208765"/>
                </a:lnTo>
                <a:lnTo>
                  <a:pt x="0" y="200449"/>
                </a:lnTo>
                <a:lnTo>
                  <a:pt x="200449" y="0"/>
                </a:lnTo>
                <a:close/>
              </a:path>
            </a:pathLst>
          </a:custGeom>
          <a:solidFill>
            <a:srgbClr val="68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zh-CN" altLang="en-US"/>
          </a:p>
        </p:txBody>
      </p:sp>
      <p:sp>
        <p:nvSpPr>
          <p:cNvPr id="23" name="矩形 22"/>
          <p:cNvSpPr>
            <a:spLocks noChangeArrowheads="1"/>
          </p:cNvSpPr>
          <p:nvPr userDrawn="1"/>
        </p:nvSpPr>
        <p:spPr bwMode="auto">
          <a:xfrm>
            <a:off x="-10583" y="6779344"/>
            <a:ext cx="10057936" cy="110793"/>
          </a:xfrm>
          <a:prstGeom prst="rect">
            <a:avLst/>
          </a:prstGeom>
          <a:solidFill>
            <a:srgbClr val="49504F"/>
          </a:solidFill>
          <a:ln w="9525" cap="flat" cmpd="sng" algn="ctr">
            <a:solidFill>
              <a:schemeClr val="bg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4" name="矩形 14"/>
          <p:cNvSpPr/>
          <p:nvPr userDrawn="1"/>
        </p:nvSpPr>
        <p:spPr bwMode="auto">
          <a:xfrm>
            <a:off x="9813037" y="6582369"/>
            <a:ext cx="2378963" cy="307767"/>
          </a:xfrm>
          <a:custGeom>
            <a:avLst/>
            <a:gdLst>
              <a:gd name="connsiteX0" fmla="*/ 0 w 2202525"/>
              <a:gd name="connsiteY0" fmla="*/ 0 h 275631"/>
              <a:gd name="connsiteX1" fmla="*/ 2202525 w 2202525"/>
              <a:gd name="connsiteY1" fmla="*/ 0 h 275631"/>
              <a:gd name="connsiteX2" fmla="*/ 2202525 w 2202525"/>
              <a:gd name="connsiteY2" fmla="*/ 275631 h 275631"/>
              <a:gd name="connsiteX3" fmla="*/ 0 w 2202525"/>
              <a:gd name="connsiteY3" fmla="*/ 275631 h 275631"/>
              <a:gd name="connsiteX4" fmla="*/ 0 w 2202525"/>
              <a:gd name="connsiteY4" fmla="*/ 0 h 275631"/>
              <a:gd name="connsiteX0-1" fmla="*/ 0 w 2202525"/>
              <a:gd name="connsiteY0-2" fmla="*/ 0 h 275631"/>
              <a:gd name="connsiteX1-3" fmla="*/ 2202525 w 2202525"/>
              <a:gd name="connsiteY1-4" fmla="*/ 0 h 275631"/>
              <a:gd name="connsiteX2-5" fmla="*/ 2202525 w 2202525"/>
              <a:gd name="connsiteY2-6" fmla="*/ 275631 h 275631"/>
              <a:gd name="connsiteX3-7" fmla="*/ 104775 w 2202525"/>
              <a:gd name="connsiteY3-8" fmla="*/ 272456 h 275631"/>
              <a:gd name="connsiteX4-9" fmla="*/ 0 w 2202525"/>
              <a:gd name="connsiteY4-10" fmla="*/ 0 h 275631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2202525" h="275631">
                <a:moveTo>
                  <a:pt x="0" y="0"/>
                </a:moveTo>
                <a:lnTo>
                  <a:pt x="2202525" y="0"/>
                </a:lnTo>
                <a:lnTo>
                  <a:pt x="2202525" y="275631"/>
                </a:lnTo>
                <a:lnTo>
                  <a:pt x="104775" y="272456"/>
                </a:lnTo>
                <a:lnTo>
                  <a:pt x="0" y="0"/>
                </a:lnTo>
                <a:close/>
              </a:path>
            </a:pathLst>
          </a:custGeom>
          <a:solidFill>
            <a:srgbClr val="B60004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5" name="矩形 24"/>
          <p:cNvSpPr/>
          <p:nvPr userDrawn="1"/>
        </p:nvSpPr>
        <p:spPr>
          <a:xfrm>
            <a:off x="9950236" y="6535935"/>
            <a:ext cx="224176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600" dirty="0">
                <a:solidFill>
                  <a:schemeClr val="bg1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阿里巴巴普惠体" panose="00020600040101010101" charset="-122"/>
              </a:rPr>
              <a:t>高级软件人才培训专家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6" r:id="rId1"/>
    <p:sldLayoutId id="2147483717" r:id="rId2"/>
    <p:sldLayoutId id="2147483718" r:id="rId3"/>
    <p:sldLayoutId id="2147483719" r:id="rId4"/>
    <p:sldLayoutId id="2147483720" r:id="rId5"/>
    <p:sldLayoutId id="2147483721" r:id="rId6"/>
    <p:sldLayoutId id="2147483722" r:id="rId7"/>
    <p:sldLayoutId id="2147483723" r:id="rId8"/>
    <p:sldLayoutId id="2147483724" r:id="rId9"/>
    <p:sldLayoutId id="2147483725" r:id="rId10"/>
    <p:sldLayoutId id="2147483726" r:id="rId11"/>
    <p:sldLayoutId id="2147483727" r:id="rId12"/>
    <p:sldLayoutId id="2147483728" r:id="rId13"/>
    <p:sldLayoutId id="2147483729" r:id="rId14"/>
    <p:sldLayoutId id="2147483730" r:id="rId15"/>
    <p:sldLayoutId id="2147483731" r:id="rId16"/>
    <p:sldLayoutId id="2147483732" r:id="rId17"/>
    <p:sldLayoutId id="2147483733" r:id="rId18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indent="-4572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4265" kern="1200">
          <a:solidFill>
            <a:schemeClr val="tx1"/>
          </a:solidFill>
          <a:latin typeface="+mn-lt"/>
          <a:ea typeface="+mn-ea"/>
          <a:cs typeface="+mn-cs"/>
        </a:defRPr>
      </a:lvl1pPr>
      <a:lvl2pPr marL="990600" indent="-3810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椭圆 3"/>
          <p:cNvSpPr/>
          <p:nvPr userDrawn="1"/>
        </p:nvSpPr>
        <p:spPr>
          <a:xfrm>
            <a:off x="1285029" y="2458684"/>
            <a:ext cx="474473" cy="474473"/>
          </a:xfrm>
          <a:prstGeom prst="ellipse">
            <a:avLst/>
          </a:prstGeom>
          <a:solidFill>
            <a:srgbClr val="AD2B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kumimoji="1" lang="zh-CN" altLang="en-US"/>
          </a:p>
        </p:txBody>
      </p:sp>
      <p:sp>
        <p:nvSpPr>
          <p:cNvPr id="11" name="矩形 10"/>
          <p:cNvSpPr/>
          <p:nvPr userDrawn="1"/>
        </p:nvSpPr>
        <p:spPr bwMode="auto">
          <a:xfrm>
            <a:off x="10890251" y="6786000"/>
            <a:ext cx="1301749" cy="72000"/>
          </a:xfrm>
          <a:prstGeom prst="rect">
            <a:avLst/>
          </a:prstGeom>
          <a:solidFill>
            <a:srgbClr val="49504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>
              <a:buFont typeface="Arial" panose="020B0604020202020204" pitchFamily="34" charset="0"/>
              <a:buNone/>
              <a:defRPr/>
            </a:pPr>
            <a:endParaRPr lang="zh-CN" altLang="en-US" sz="240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2" name="矩形 22"/>
          <p:cNvSpPr>
            <a:spLocks noChangeArrowheads="1"/>
          </p:cNvSpPr>
          <p:nvPr userDrawn="1"/>
        </p:nvSpPr>
        <p:spPr bwMode="auto">
          <a:xfrm>
            <a:off x="1" y="6786000"/>
            <a:ext cx="10818284" cy="72000"/>
          </a:xfrm>
          <a:prstGeom prst="rect">
            <a:avLst/>
          </a:prstGeom>
          <a:solidFill>
            <a:srgbClr val="AD2B26"/>
          </a:solidFill>
          <a:ln>
            <a:noFill/>
          </a:ln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9pPr>
          </a:lstStyle>
          <a:p>
            <a:pPr>
              <a:buFont typeface="Arial" panose="020B0604020202020204" pitchFamily="34" charset="0"/>
              <a:buNone/>
              <a:defRPr/>
            </a:pPr>
            <a:endParaRPr lang="zh-CN" altLang="en-US" sz="2400" dirty="0">
              <a:latin typeface="Segoe UI" panose="020B0502040204020203" pitchFamily="34" charset="0"/>
              <a:ea typeface="微软雅黑" panose="020B0503020204020204" pitchFamily="3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1732839" y="2333175"/>
            <a:ext cx="2307042" cy="738664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pPr algn="ctr"/>
            <a:r>
              <a:rPr lang="zh-CN" altLang="en-US" sz="4200" b="1" i="0" dirty="0">
                <a:latin typeface="阿里巴巴普惠体 B" panose="00020600040101010101" pitchFamily="18" charset="-122"/>
                <a:ea typeface="阿里巴巴普惠体 B" panose="00020600040101010101" pitchFamily="18" charset="-122"/>
                <a:cs typeface="阿里巴巴普惠体 B" panose="00020600040101010101" pitchFamily="18" charset="-122"/>
              </a:rPr>
              <a:t>学习目标</a:t>
            </a:r>
          </a:p>
        </p:txBody>
      </p:sp>
      <p:sp>
        <p:nvSpPr>
          <p:cNvPr id="21" name="文本框 20"/>
          <p:cNvSpPr txBox="1"/>
          <p:nvPr/>
        </p:nvSpPr>
        <p:spPr>
          <a:xfrm>
            <a:off x="702992" y="2983479"/>
            <a:ext cx="3873724" cy="415498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Learning</a:t>
            </a:r>
            <a:r>
              <a:rPr lang="zh-CN" altLang="en-US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 </a:t>
            </a:r>
            <a:r>
              <a:rPr lang="en-US" altLang="zh-CN" sz="2100" dirty="0">
                <a:solidFill>
                  <a:schemeClr val="bg1">
                    <a:lumMod val="8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阿里巴巴普惠体" panose="00020600040101010101" charset="-122"/>
              </a:rPr>
              <a:t>Objectives</a:t>
            </a:r>
            <a:endParaRPr lang="zh-CN" altLang="en-US" sz="2100" dirty="0">
              <a:solidFill>
                <a:schemeClr val="bg1">
                  <a:lumMod val="85000"/>
                </a:schemeClr>
              </a:solidFill>
              <a:latin typeface="Verdana" panose="020B0604030504040204" pitchFamily="34" charset="0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cxnSp>
        <p:nvCxnSpPr>
          <p:cNvPr id="23" name="直接连接符 2"/>
          <p:cNvCxnSpPr/>
          <p:nvPr/>
        </p:nvCxnSpPr>
        <p:spPr>
          <a:xfrm>
            <a:off x="4417699" y="2336716"/>
            <a:ext cx="0" cy="1062261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形 2"/>
          <p:cNvPicPr>
            <a:picLocks noChangeAspect="1"/>
          </p:cNvPicPr>
          <p:nvPr userDrawn="1"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9070" y="2491361"/>
            <a:ext cx="406390" cy="40639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5" r:id="rId1"/>
    <p:sldLayoutId id="2147483736" r:id="rId2"/>
    <p:sldLayoutId id="2147483737" r:id="rId3"/>
    <p:sldLayoutId id="2147483738" r:id="rId4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200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6096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12192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8288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2438400" algn="l" rtl="0" fontAlgn="base">
        <a:spcBef>
          <a:spcPct val="0"/>
        </a:spcBef>
        <a:spcAft>
          <a:spcPct val="0"/>
        </a:spcAft>
        <a:defRPr sz="3200" b="1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457200" marR="0" indent="-457200" algn="l" defTabSz="914400" rtl="0" eaLnBrk="0" fontAlgn="base" latinLnBrk="0" hangingPunct="0">
        <a:lnSpc>
          <a:spcPct val="150000"/>
        </a:lnSpc>
        <a:spcBef>
          <a:spcPct val="20000"/>
        </a:spcBef>
        <a:spcAft>
          <a:spcPct val="0"/>
        </a:spcAft>
        <a:buClrTx/>
        <a:buSzTx/>
        <a:buFont typeface="Arial" panose="020B0604020202020204" pitchFamily="34" charset="0"/>
        <a:buChar char="•"/>
        <a:defRPr sz="2400" b="0" i="0" kern="1200">
          <a:solidFill>
            <a:schemeClr val="tx1">
              <a:lumMod val="75000"/>
              <a:lumOff val="25000"/>
            </a:schemeClr>
          </a:solidFill>
          <a:latin typeface="阿里巴巴普惠体 R" panose="00020600040101010101" pitchFamily="18" charset="-122"/>
          <a:ea typeface="阿里巴巴普惠体 R" panose="00020600040101010101" pitchFamily="18" charset="-122"/>
          <a:cs typeface="阿里巴巴普惠体 R" panose="00020600040101010101" pitchFamily="18" charset="-122"/>
        </a:defRPr>
      </a:lvl1pPr>
      <a:lvl2pPr marL="609600" indent="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None/>
        <a:defRPr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2pPr>
      <a:lvl3pPr marL="15240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1865" b="1" kern="1200">
          <a:solidFill>
            <a:schemeClr val="tx1"/>
          </a:solidFill>
          <a:latin typeface="黑体" panose="02010609060101010101" pitchFamily="49" charset="-122"/>
          <a:ea typeface="黑体" panose="02010609060101010101" pitchFamily="49" charset="-122"/>
          <a:cs typeface="+mn-cs"/>
        </a:defRPr>
      </a:lvl3pPr>
      <a:lvl4pPr marL="21336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665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indent="-3048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665" kern="1200">
          <a:solidFill>
            <a:schemeClr val="tx1"/>
          </a:solidFill>
          <a:latin typeface="+mn-lt"/>
          <a:ea typeface="+mn-ea"/>
          <a:cs typeface="+mn-cs"/>
        </a:defRPr>
      </a:lvl5pPr>
      <a:lvl6pPr marL="33528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624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720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81600" indent="-304800" algn="l" defTabSz="12192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4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80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6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2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800" algn="l" defTabSz="121920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9.xml"/><Relationship Id="rId13" Type="http://schemas.openxmlformats.org/officeDocument/2006/relationships/tags" Target="../tags/tag14.xml"/><Relationship Id="rId18" Type="http://schemas.openxmlformats.org/officeDocument/2006/relationships/tags" Target="../tags/tag19.xml"/><Relationship Id="rId3" Type="http://schemas.openxmlformats.org/officeDocument/2006/relationships/tags" Target="../tags/tag4.xml"/><Relationship Id="rId21" Type="http://schemas.openxmlformats.org/officeDocument/2006/relationships/slideLayout" Target="../slideLayouts/slideLayout17.xml"/><Relationship Id="rId7" Type="http://schemas.openxmlformats.org/officeDocument/2006/relationships/tags" Target="../tags/tag8.xml"/><Relationship Id="rId12" Type="http://schemas.openxmlformats.org/officeDocument/2006/relationships/tags" Target="../tags/tag13.xml"/><Relationship Id="rId17" Type="http://schemas.openxmlformats.org/officeDocument/2006/relationships/tags" Target="../tags/tag18.xml"/><Relationship Id="rId2" Type="http://schemas.openxmlformats.org/officeDocument/2006/relationships/tags" Target="../tags/tag3.xml"/><Relationship Id="rId16" Type="http://schemas.openxmlformats.org/officeDocument/2006/relationships/tags" Target="../tags/tag17.xml"/><Relationship Id="rId20" Type="http://schemas.openxmlformats.org/officeDocument/2006/relationships/tags" Target="../tags/tag21.xml"/><Relationship Id="rId1" Type="http://schemas.openxmlformats.org/officeDocument/2006/relationships/tags" Target="../tags/tag2.xml"/><Relationship Id="rId6" Type="http://schemas.openxmlformats.org/officeDocument/2006/relationships/tags" Target="../tags/tag7.xml"/><Relationship Id="rId11" Type="http://schemas.openxmlformats.org/officeDocument/2006/relationships/tags" Target="../tags/tag12.xml"/><Relationship Id="rId5" Type="http://schemas.openxmlformats.org/officeDocument/2006/relationships/tags" Target="../tags/tag6.xml"/><Relationship Id="rId15" Type="http://schemas.openxmlformats.org/officeDocument/2006/relationships/tags" Target="../tags/tag16.xml"/><Relationship Id="rId10" Type="http://schemas.openxmlformats.org/officeDocument/2006/relationships/tags" Target="../tags/tag11.xml"/><Relationship Id="rId19" Type="http://schemas.openxmlformats.org/officeDocument/2006/relationships/tags" Target="../tags/tag20.xml"/><Relationship Id="rId4" Type="http://schemas.openxmlformats.org/officeDocument/2006/relationships/tags" Target="../tags/tag5.xml"/><Relationship Id="rId9" Type="http://schemas.openxmlformats.org/officeDocument/2006/relationships/tags" Target="../tags/tag10.xml"/><Relationship Id="rId14" Type="http://schemas.openxmlformats.org/officeDocument/2006/relationships/tags" Target="../tags/tag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lstStyle/>
          <a:p>
            <a:r>
              <a:rPr lang="zh-CN" altLang="en-US" sz="6600" dirty="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深度学习简介</a:t>
            </a:r>
          </a:p>
        </p:txBody>
      </p:sp>
      <p:pic>
        <p:nvPicPr>
          <p:cNvPr id="6" name="图片 5" descr="01 (140)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720" y="4218305"/>
            <a:ext cx="1179195" cy="117919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236171" y="765762"/>
            <a:ext cx="10698800" cy="517190"/>
          </a:xfrm>
        </p:spPr>
        <p:txBody>
          <a:bodyPr/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课程大纲</a:t>
            </a: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DBA3F849-90E6-C8B9-9B50-AE5862B5F4DD}"/>
              </a:ext>
            </a:extLst>
          </p:cNvPr>
          <p:cNvSpPr/>
          <p:nvPr/>
        </p:nvSpPr>
        <p:spPr>
          <a:xfrm>
            <a:off x="4347890" y="3053908"/>
            <a:ext cx="2358522" cy="5927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1.pytorch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张量操作</a:t>
            </a: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B78BEF7-E7BB-3549-E129-0F4B4662F810}"/>
              </a:ext>
            </a:extLst>
          </p:cNvPr>
          <p:cNvSpPr/>
          <p:nvPr/>
        </p:nvSpPr>
        <p:spPr>
          <a:xfrm>
            <a:off x="4347890" y="1837761"/>
            <a:ext cx="2358522" cy="5927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0.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预备数学知识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9AC6E59E-6AB7-384C-0ECC-FBDE8A88E9D5}"/>
              </a:ext>
            </a:extLst>
          </p:cNvPr>
          <p:cNvSpPr/>
          <p:nvPr/>
        </p:nvSpPr>
        <p:spPr>
          <a:xfrm>
            <a:off x="4347890" y="4279240"/>
            <a:ext cx="2358522" cy="592737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2.ANN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人工神经网络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231168ED-119A-93B7-F7FB-54041286D38E}"/>
              </a:ext>
            </a:extLst>
          </p:cNvPr>
          <p:cNvCxnSpPr>
            <a:cxnSpLocks/>
            <a:stCxn id="7" idx="2"/>
            <a:endCxn id="5" idx="0"/>
          </p:cNvCxnSpPr>
          <p:nvPr/>
        </p:nvCxnSpPr>
        <p:spPr>
          <a:xfrm>
            <a:off x="5527151" y="2430498"/>
            <a:ext cx="0" cy="6234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338E9CA-2D2A-E1F9-6A89-1287CE6CEDF5}"/>
              </a:ext>
            </a:extLst>
          </p:cNvPr>
          <p:cNvCxnSpPr>
            <a:cxnSpLocks/>
            <a:stCxn id="5" idx="2"/>
            <a:endCxn id="8" idx="0"/>
          </p:cNvCxnSpPr>
          <p:nvPr/>
        </p:nvCxnSpPr>
        <p:spPr>
          <a:xfrm>
            <a:off x="5527151" y="3646645"/>
            <a:ext cx="0" cy="63259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矩形 28">
            <a:extLst>
              <a:ext uri="{FF2B5EF4-FFF2-40B4-BE49-F238E27FC236}">
                <a16:creationId xmlns:a16="http://schemas.microsoft.com/office/drawing/2014/main" id="{25223B43-1126-13B7-7635-8C1F66FE4146}"/>
              </a:ext>
            </a:extLst>
          </p:cNvPr>
          <p:cNvSpPr/>
          <p:nvPr/>
        </p:nvSpPr>
        <p:spPr>
          <a:xfrm>
            <a:off x="7282990" y="4034951"/>
            <a:ext cx="1513490" cy="34164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输入层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层</a:t>
            </a: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7289E1EB-5FC1-8DEC-D973-220DCE4F65B3}"/>
              </a:ext>
            </a:extLst>
          </p:cNvPr>
          <p:cNvSpPr/>
          <p:nvPr/>
        </p:nvSpPr>
        <p:spPr>
          <a:xfrm>
            <a:off x="7282990" y="4411862"/>
            <a:ext cx="1513490" cy="34164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隐藏层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n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层</a:t>
            </a:r>
          </a:p>
        </p:txBody>
      </p:sp>
      <p:sp>
        <p:nvSpPr>
          <p:cNvPr id="31" name="矩形 30">
            <a:extLst>
              <a:ext uri="{FF2B5EF4-FFF2-40B4-BE49-F238E27FC236}">
                <a16:creationId xmlns:a16="http://schemas.microsoft.com/office/drawing/2014/main" id="{B3D8610D-E5BD-592E-AE67-E1CF9DC9BF1C}"/>
              </a:ext>
            </a:extLst>
          </p:cNvPr>
          <p:cNvSpPr/>
          <p:nvPr/>
        </p:nvSpPr>
        <p:spPr>
          <a:xfrm>
            <a:off x="7282990" y="4790897"/>
            <a:ext cx="1513490" cy="341645"/>
          </a:xfrm>
          <a:prstGeom prst="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输出层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层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D219C8F5-C00D-A539-2F05-B43F314757DA}"/>
              </a:ext>
            </a:extLst>
          </p:cNvPr>
          <p:cNvSpPr txBox="1"/>
          <p:nvPr/>
        </p:nvSpPr>
        <p:spPr>
          <a:xfrm>
            <a:off x="2373907" y="4226460"/>
            <a:ext cx="203132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案例：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手机价格分类预测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9C7DF97F-4303-AA6C-BB1A-3DFCB53EA13B}"/>
              </a:ext>
            </a:extLst>
          </p:cNvPr>
          <p:cNvSpPr txBox="1"/>
          <p:nvPr/>
        </p:nvSpPr>
        <p:spPr>
          <a:xfrm>
            <a:off x="6706412" y="3160267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张量：类比多维数组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3E680BDC-C052-C89C-7AF8-1ACDFFB6E0AE}"/>
              </a:ext>
            </a:extLst>
          </p:cNvPr>
          <p:cNvSpPr txBox="1"/>
          <p:nvPr/>
        </p:nvSpPr>
        <p:spPr>
          <a:xfrm>
            <a:off x="6706412" y="1837761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线性代数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导数和微分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4810760" y="1433195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知道什么是深度学习</a:t>
            </a:r>
          </a:p>
          <a:p>
            <a:r>
              <a:rPr lang="zh-CN" altLang="en-US" dirty="0">
                <a:solidFill>
                  <a:schemeClr val="tx1"/>
                </a:solidFill>
              </a:rPr>
              <a:t>知道深度学习应用场景</a:t>
            </a:r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了解深度学习发展史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B121E2-F44E-52EA-04FB-29371CBAE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E988D7D-686E-6101-14B8-C4BDF3FC347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什么是深度学习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8E4D19-5DDC-780C-6080-377B20FEF7C1}"/>
              </a:ext>
            </a:extLst>
          </p:cNvPr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10565" y="1447800"/>
            <a:ext cx="10699115" cy="47631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zh-CN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人工智能＞</a:t>
            </a:r>
            <a:r>
              <a:rPr kumimoji="0" lang="zh-CN" altLang="zh-CN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机器学习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＞深度学习</a:t>
            </a:r>
            <a:endParaRPr kumimoji="0" lang="en-US" altLang="zh-CN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>
              <a:lnSpc>
                <a:spcPct val="100000"/>
              </a:lnSpc>
              <a:spcBef>
                <a:spcPct val="0"/>
              </a:spcBef>
            </a:pP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**深度学习**（</a:t>
            </a:r>
            <a:r>
              <a:rPr kumimoji="0" lang="en-US" altLang="zh-CN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 Learning</a:t>
            </a:r>
            <a:r>
              <a:rPr kumimoji="0" lang="zh-CN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），是一种以**人工神经网络为架构**，**对数据进行特征学习**的算法。深度学习中的 “深度”是指在网络中使用多层</a:t>
            </a:r>
            <a:r>
              <a:rPr lang="zh-CN" altLang="en-US" dirty="0"/>
              <a:t>，每层都通过非线性变换处理数据，逐渐提取出更复杂、更抽象的特征。</a:t>
            </a:r>
          </a:p>
          <a:p>
            <a:pPr marL="0" marR="0" lvl="0" algn="l" rtl="0" eaLnBrk="0" fontAlgn="base" latinLnBrk="0" hangingPunct="0">
              <a:lnSpc>
                <a:spcPct val="100000"/>
              </a:lnSpc>
              <a:buClrTx/>
              <a:buSzTx/>
              <a:buNone/>
            </a:pPr>
            <a:endParaRPr kumimoji="0" lang="zh-CN" altLang="zh-CN" sz="16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A653F182-949E-B9F2-F77D-EAB4EE315D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8661" y="1448296"/>
            <a:ext cx="6066046" cy="3200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05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深度学习 与 传统机器学习 的区别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type="body" sz="quarter" idx="11"/>
          </p:nvPr>
        </p:nvSpPr>
        <p:spPr bwMode="auto">
          <a:xfrm>
            <a:off x="710565" y="1954924"/>
            <a:ext cx="10281285" cy="49037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>
              <a:spcBef>
                <a:spcPct val="0"/>
              </a:spcBef>
            </a:pP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spcBef>
                <a:spcPct val="0"/>
              </a:spcBef>
            </a:pPr>
            <a:endParaRPr kumimoji="0" lang="zh-CN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spcBef>
                <a:spcPct val="0"/>
              </a:spcBef>
            </a:pP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深度学习</a:t>
            </a:r>
            <a:r>
              <a:rPr lang="zh-CN" altLang="zh-CN" sz="150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通过模仿人脑的神经网络来处理和分析复杂的数据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，</a:t>
            </a:r>
            <a:r>
              <a:rPr lang="zh-CN" altLang="zh-CN" sz="150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从大量数据中自动提取复杂特征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。</a:t>
            </a: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>
              <a:spcBef>
                <a:spcPct val="0"/>
              </a:spcBef>
            </a:pPr>
            <a:r>
              <a:rPr lang="zh-CN" altLang="en-US" sz="1500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特点：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黑盒子，可解释性</a:t>
            </a:r>
            <a:r>
              <a:rPr lang="zh-CN" altLang="en-US" sz="1500" dirty="0">
                <a:solidFill>
                  <a:srgbClr val="333333"/>
                </a:solidFill>
                <a:latin typeface="Open Sans" panose="020B0606030504020204" pitchFamily="34" charset="0"/>
                <a:cs typeface="Open Sans" panose="020B0606030504020204" pitchFamily="34" charset="0"/>
              </a:rPr>
              <a:t>差</a:t>
            </a:r>
            <a:r>
              <a:rPr kumimoji="0" lang="zh-CN" altLang="zh-CN" sz="15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。</a:t>
            </a: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  <a:p>
            <a:pPr>
              <a:spcBef>
                <a:spcPct val="0"/>
              </a:spcBef>
            </a:pPr>
            <a:r>
              <a:rPr lang="zh-CN" altLang="zh-CN" sz="1500" dirty="0">
                <a:ln>
                  <a:noFill/>
                </a:ln>
                <a:solidFill>
                  <a:srgbClr val="333333"/>
                </a:solidFill>
                <a:effectLst/>
                <a:latin typeface="Open Sans" panose="020B0606030504020204" pitchFamily="34" charset="0"/>
                <a:cs typeface="Open Sans" panose="020B0606030504020204" pitchFamily="34" charset="0"/>
              </a:rPr>
              <a:t>深度学习尤其擅长处理高维数据，如图像、语音和文本。</a:t>
            </a: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zh-CN" sz="1500" dirty="0">
              <a:solidFill>
                <a:srgbClr val="333333"/>
              </a:solidFill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zh-CN" sz="15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Open Sans" panose="020B0606030504020204" pitchFamily="34" charset="0"/>
              <a:cs typeface="Open Sans" panose="020B0606030504020204" pitchFamily="34" charset="0"/>
            </a:endParaRPr>
          </a:p>
          <a:p>
            <a:pPr marL="0" marR="0" lvl="0" indent="0" algn="l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zh-CN" altLang="zh-CN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F9B0537A-6D6A-48C8-60F5-6830F9F6EB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7796" y="1595276"/>
            <a:ext cx="6841375" cy="3503481"/>
          </a:xfrm>
          <a:prstGeom prst="rect">
            <a:avLst/>
          </a:prstGeom>
        </p:spPr>
      </p:pic>
      <p:sp>
        <p:nvSpPr>
          <p:cNvPr id="12" name="文本框 11">
            <a:extLst>
              <a:ext uri="{FF2B5EF4-FFF2-40B4-BE49-F238E27FC236}">
                <a16:creationId xmlns:a16="http://schemas.microsoft.com/office/drawing/2014/main" id="{95AFCFEF-2476-7E24-1053-CA2450A7F96A}"/>
              </a:ext>
            </a:extLst>
          </p:cNvPr>
          <p:cNvSpPr txBox="1"/>
          <p:nvPr/>
        </p:nvSpPr>
        <p:spPr>
          <a:xfrm>
            <a:off x="4628755" y="1954730"/>
            <a:ext cx="1280271" cy="6112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1.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几个轮子</a:t>
            </a:r>
            <a:endParaRPr lang="en-US" altLang="zh-CN" sz="12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2.</a:t>
            </a:r>
            <a:r>
              <a:rPr lang="zh-CN" altLang="en-US" sz="1200" dirty="0">
                <a:latin typeface="Times New Roman" panose="02020603050405020304" pitchFamily="18" charset="0"/>
                <a:ea typeface="宋体" panose="02010600030101010101" pitchFamily="2" charset="-122"/>
              </a:rPr>
              <a:t>轮廓形状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深度学习特点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398270"/>
            <a:ext cx="10699115" cy="4959350"/>
          </a:xfrm>
        </p:spPr>
        <p:txBody>
          <a:bodyPr/>
          <a:lstStyle/>
          <a:p>
            <a:pPr marL="342900" indent="-342900">
              <a:buFont typeface="+mj-ea"/>
              <a:buAutoNum type="circleNumDbPlain"/>
            </a:pPr>
            <a:r>
              <a:rPr lang="zh-CN" altLang="en-US" b="1" dirty="0"/>
              <a:t>多层非线性变换</a:t>
            </a:r>
            <a:r>
              <a:rPr lang="zh-CN" altLang="en-US" dirty="0"/>
              <a:t>：神经网络模型由多个层次组成，每一层都应用非线性激活函数对输入数据进行变换。较低的层级通常捕捉到简单的特征（如边缘、颜色等），而更高的层级则可以识别更复杂的模式（如物体或面部识别）。</a:t>
            </a:r>
          </a:p>
          <a:p>
            <a:endParaRPr lang="en-US" altLang="zh-CN" dirty="0"/>
          </a:p>
          <a:p>
            <a:pPr marL="342900" indent="-342900">
              <a:buFont typeface="+mj-ea"/>
              <a:buAutoNum type="circleNumDbPlain" startAt="2"/>
            </a:pPr>
            <a:r>
              <a:rPr lang="zh-CN" altLang="en-US" b="1" dirty="0"/>
              <a:t>自动特征提取</a:t>
            </a:r>
            <a:r>
              <a:rPr lang="zh-CN" altLang="en-US" dirty="0"/>
              <a:t>：深度学习能够从原始数据中自动提取特征，不需要人工特征工程。</a:t>
            </a:r>
          </a:p>
          <a:p>
            <a:pPr marL="342900" indent="-342900">
              <a:buFont typeface="+mj-ea"/>
              <a:buAutoNum type="circleNumDbPlain" startAt="2"/>
            </a:pPr>
            <a:endParaRPr lang="zh-CN" altLang="en-US" b="1" dirty="0"/>
          </a:p>
          <a:p>
            <a:pPr marL="342900" indent="-342900">
              <a:buFont typeface="+mj-ea"/>
              <a:buAutoNum type="circleNumDbPlain" startAt="2"/>
            </a:pPr>
            <a:r>
              <a:rPr lang="zh-CN" altLang="en-US" b="1" dirty="0"/>
              <a:t>大数据和计算能力</a:t>
            </a:r>
            <a:r>
              <a:rPr lang="zh-CN" altLang="en-US" dirty="0"/>
              <a:t>：神经网络模型通常需要大量的标注数据和强大的计算资源（如</a:t>
            </a:r>
            <a:r>
              <a:rPr lang="en-US" altLang="zh-CN" dirty="0"/>
              <a:t>GPU</a:t>
            </a:r>
            <a:r>
              <a:rPr lang="zh-CN" altLang="en-US" dirty="0"/>
              <a:t>）来进行训练。大数据和高性能计算使得深度学习在图像识别、自然语言处理等领域取得了显著突破。</a:t>
            </a:r>
          </a:p>
          <a:p>
            <a:pPr marL="342900" indent="-342900">
              <a:buFont typeface="+mj-ea"/>
              <a:buAutoNum type="circleNumDbPlain" startAt="2"/>
            </a:pPr>
            <a:endParaRPr lang="zh-CN" altLang="en-US" dirty="0"/>
          </a:p>
          <a:p>
            <a:pPr marL="342900" indent="-342900">
              <a:buFont typeface="+mj-ea"/>
              <a:buAutoNum type="circleNumDbPlain" startAt="2"/>
            </a:pPr>
            <a:r>
              <a:rPr lang="zh-CN" altLang="en-US" b="1" dirty="0"/>
              <a:t>可解释性差</a:t>
            </a:r>
            <a:r>
              <a:rPr lang="zh-CN" altLang="en-US" dirty="0"/>
              <a:t>：神经网络模型内部的运作机制相对不透明，被称为</a:t>
            </a:r>
            <a:r>
              <a:rPr lang="en-US" altLang="zh-CN" dirty="0"/>
              <a:t>“</a:t>
            </a:r>
            <a:r>
              <a:rPr lang="zh-CN" altLang="en-US" dirty="0"/>
              <a:t>黑箱</a:t>
            </a:r>
            <a:r>
              <a:rPr lang="en-US" altLang="zh-CN" dirty="0"/>
              <a:t>”</a:t>
            </a:r>
            <a:r>
              <a:rPr lang="zh-CN" altLang="en-US" dirty="0"/>
              <a:t>，难以解释模型的决策逻辑或过程。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常见的深度学习模型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1"/>
          </p:nvPr>
        </p:nvSpPr>
        <p:spPr>
          <a:xfrm>
            <a:off x="710565" y="1398270"/>
            <a:ext cx="10699115" cy="4959350"/>
          </a:xfrm>
        </p:spPr>
        <p:txBody>
          <a:bodyPr/>
          <a:lstStyle/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全连接神经网络（</a:t>
            </a:r>
            <a:r>
              <a:rPr lang="en-US" altLang="zh-CN" dirty="0"/>
              <a:t>MLP/DNN</a:t>
            </a:r>
            <a:r>
              <a:rPr lang="zh-CN" altLang="en-US" dirty="0"/>
              <a:t>）</a:t>
            </a:r>
            <a:endParaRPr lang="en-US" altLang="zh-CN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卷积神经网络</a:t>
            </a:r>
            <a:r>
              <a:rPr lang="en-US" altLang="zh-CN" dirty="0"/>
              <a:t> (CNN)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循环神经网络</a:t>
            </a:r>
            <a:r>
              <a:rPr lang="en-US" altLang="zh-CN" dirty="0"/>
              <a:t> (RNN)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dirty="0"/>
              <a:t>Transformer</a:t>
            </a:r>
            <a:r>
              <a:rPr lang="zh-CN" altLang="en-US" dirty="0"/>
              <a:t>（当前主流架构）</a:t>
            </a:r>
            <a:endParaRPr lang="en-US" altLang="zh-CN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dirty="0"/>
              <a:t>Diffusion</a:t>
            </a:r>
            <a:r>
              <a:rPr lang="zh-CN" altLang="en-US" dirty="0"/>
              <a:t>（扩散模型）</a:t>
            </a:r>
            <a:endParaRPr lang="en-US" altLang="zh-CN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深度强化学习（</a:t>
            </a:r>
            <a:r>
              <a:rPr lang="en-US" altLang="zh-CN" dirty="0"/>
              <a:t>Deep Reinforcement Learning, DRL</a:t>
            </a:r>
            <a:r>
              <a:rPr lang="zh-CN" altLang="en-US" dirty="0"/>
              <a:t>）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图神经网络（</a:t>
            </a:r>
            <a:r>
              <a:rPr lang="en-US" altLang="zh-CN" dirty="0"/>
              <a:t>GNN, Graph Neural Network</a:t>
            </a:r>
            <a:r>
              <a:rPr lang="zh-CN" altLang="en-US" dirty="0"/>
              <a:t>）</a:t>
            </a:r>
          </a:p>
          <a:p>
            <a:pPr marL="285750" indent="-285750">
              <a:buFont typeface="Wingdings" panose="05000000000000000000" charset="0"/>
              <a:buChar char="l"/>
            </a:pP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应用场景</a:t>
            </a:r>
          </a:p>
        </p:txBody>
      </p:sp>
      <p:sp>
        <p:nvSpPr>
          <p:cNvPr id="4" name="文本占位符 2"/>
          <p:cNvSpPr/>
          <p:nvPr/>
        </p:nvSpPr>
        <p:spPr>
          <a:xfrm>
            <a:off x="710565" y="1398270"/>
            <a:ext cx="10699115" cy="495935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l"/>
            </a:pPr>
            <a:endParaRPr lang="zh-CN" altLang="en-US"/>
          </a:p>
        </p:txBody>
      </p:sp>
      <p:sp>
        <p:nvSpPr>
          <p:cNvPr id="6" name="文本占位符 2"/>
          <p:cNvSpPr/>
          <p:nvPr/>
        </p:nvSpPr>
        <p:spPr>
          <a:xfrm>
            <a:off x="468923" y="1525270"/>
            <a:ext cx="11067757" cy="4959350"/>
          </a:xfrm>
          <a:prstGeom prst="rect">
            <a:avLst/>
          </a:prstGeom>
        </p:spPr>
        <p:txBody>
          <a:bodyPr/>
          <a:lstStyle>
            <a:lvl1pPr marL="0" indent="0" algn="l" rtl="0" eaLnBrk="0" fontAlgn="base" hangingPunct="0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dirty="0"/>
              <a:t>CV</a:t>
            </a:r>
            <a:r>
              <a:rPr lang="zh-CN" altLang="en-US" dirty="0"/>
              <a:t>计算机视觉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dirty="0"/>
              <a:t>NLP</a:t>
            </a:r>
            <a:r>
              <a:rPr lang="zh-CN" altLang="en-US" dirty="0"/>
              <a:t>自然语言处理</a:t>
            </a:r>
            <a:endParaRPr lang="en-US" altLang="zh-CN" dirty="0"/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推荐系统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zh-CN" altLang="en-US" dirty="0"/>
              <a:t>多模态</a:t>
            </a:r>
          </a:p>
          <a:p>
            <a:pPr marL="285750" indent="-285750">
              <a:buFont typeface="Wingdings" panose="05000000000000000000" charset="0"/>
              <a:buChar char="l"/>
            </a:pPr>
            <a:r>
              <a:rPr lang="en-US" altLang="zh-CN" dirty="0"/>
              <a:t>...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CB3B2FB-B63B-0DB0-0B61-06F3A7A7C4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3364" y="945620"/>
            <a:ext cx="9066697" cy="5539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0F8E0F88-AEAE-1F74-6324-FCB5042CB668}"/>
              </a:ext>
            </a:extLst>
          </p:cNvPr>
          <p:cNvCxnSpPr/>
          <p:nvPr/>
        </p:nvCxnSpPr>
        <p:spPr>
          <a:xfrm flipV="1">
            <a:off x="5427409" y="1032387"/>
            <a:ext cx="0" cy="5557192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文本占位符 1"/>
          <p:cNvSpPr>
            <a:spLocks noGrp="1"/>
          </p:cNvSpPr>
          <p:nvPr>
            <p:ph type="body" sz="quarter" idx="10"/>
          </p:nvPr>
        </p:nvSpPr>
        <p:spPr>
          <a:xfrm>
            <a:off x="3168258" y="902134"/>
            <a:ext cx="2215200" cy="517190"/>
          </a:xfrm>
        </p:spPr>
        <p:txBody>
          <a:bodyPr/>
          <a:lstStyle/>
          <a:p>
            <a:r>
              <a:rPr lang="zh-CN" altLang="en-US" dirty="0"/>
              <a:t>人工智能发展历史</a:t>
            </a:r>
          </a:p>
        </p:txBody>
      </p:sp>
      <p:sp>
        <p:nvSpPr>
          <p:cNvPr id="8" name="文本框 7"/>
          <p:cNvSpPr txBox="1"/>
          <p:nvPr>
            <p:custDataLst>
              <p:tags r:id="rId1"/>
            </p:custDataLst>
          </p:nvPr>
        </p:nvSpPr>
        <p:spPr>
          <a:xfrm>
            <a:off x="355332" y="5339789"/>
            <a:ext cx="3679226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专家系统占主导</a:t>
            </a:r>
          </a:p>
          <a:p>
            <a:pPr algn="l"/>
            <a:r>
              <a:rPr lang="zh-CN" alt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1962：IBM 跳棋程序战胜人类高手</a:t>
            </a:r>
            <a:endParaRPr lang="en-US" altLang="zh-CN" sz="14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1950：图灵设计国际象棋程序</a:t>
            </a:r>
          </a:p>
          <a:p>
            <a:pPr algn="l"/>
            <a:endParaRPr lang="zh-CN" altLang="en-US" sz="14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9" name="文本框 39"/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355332" y="4063690"/>
            <a:ext cx="2890242" cy="82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主要用统计模型解决问题</a:t>
            </a:r>
          </a:p>
          <a:p>
            <a:pPr indent="0" algn="l">
              <a:buNone/>
            </a:pPr>
            <a:r>
              <a:rPr lang="zh-CN" alt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1997：IBM 深蓝战胜卡斯帕罗夫</a:t>
            </a:r>
            <a:endParaRPr lang="en-US" altLang="zh-CN" sz="14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1993：Vapnik提出SVM</a:t>
            </a:r>
          </a:p>
        </p:txBody>
      </p:sp>
      <p:sp>
        <p:nvSpPr>
          <p:cNvPr id="10" name="文本框 41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355332" y="2874073"/>
            <a:ext cx="3155146" cy="82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l">
              <a:buNone/>
            </a:pPr>
            <a:r>
              <a:rPr lang="zh-CN" alt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神经网络、深度学习流派</a:t>
            </a:r>
            <a:endParaRPr lang="en-US" altLang="zh-CN" sz="14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2016：Google AlphaGO</a:t>
            </a:r>
            <a:endParaRPr lang="zh-CN" altLang="en-US" sz="14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indent="0" algn="l"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2012： </a:t>
            </a:r>
            <a:r>
              <a:rPr lang="zh-CN" alt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AlexNet网络</a:t>
            </a:r>
            <a:endParaRPr lang="en-US" altLang="zh-CN" sz="14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11" name="矩形: 圆角 48"/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3367600" y="1906325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AD2A26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大规模预训练模型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2017-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至今</a:t>
            </a:r>
          </a:p>
        </p:txBody>
      </p:sp>
      <p:sp>
        <p:nvSpPr>
          <p:cNvPr id="12" name="Oval 12"/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>
            <a:off x="5349726" y="2088288"/>
            <a:ext cx="155276" cy="157072"/>
          </a:xfrm>
          <a:prstGeom prst="ellipse">
            <a:avLst/>
          </a:prstGeom>
          <a:solidFill>
            <a:srgbClr val="AD2A26"/>
          </a:solidFill>
          <a:ln w="28575" cap="flat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3" name="矩形: 圆角 48"/>
          <p:cNvSpPr>
            <a:spLocks noChangeArrowheads="1"/>
          </p:cNvSpPr>
          <p:nvPr>
            <p:custDataLst>
              <p:tags r:id="rId6"/>
            </p:custDataLst>
          </p:nvPr>
        </p:nvSpPr>
        <p:spPr bwMode="auto">
          <a:xfrm>
            <a:off x="3339858" y="3010123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4C5252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神经网络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21</a:t>
            </a: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世纪初期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4" name="Oval 12"/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>
            <a:off x="5350748" y="3200233"/>
            <a:ext cx="155276" cy="157072"/>
          </a:xfrm>
          <a:prstGeom prst="ellipse">
            <a:avLst/>
          </a:prstGeom>
          <a:solidFill>
            <a:srgbClr val="4C5252"/>
          </a:solidFill>
          <a:ln w="28575" cap="flat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5" name="矩形: 圆角 48"/>
          <p:cNvSpPr>
            <a:spLocks noChangeArrowheads="1"/>
          </p:cNvSpPr>
          <p:nvPr>
            <p:custDataLst>
              <p:tags r:id="rId8"/>
            </p:custDataLst>
          </p:nvPr>
        </p:nvSpPr>
        <p:spPr bwMode="auto">
          <a:xfrm>
            <a:off x="3354693" y="4250276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AD2A26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lang="zh-CN" altLang="en-US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统计主义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世纪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80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-2000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6" name="Oval 12"/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5343320" y="4443793"/>
            <a:ext cx="155276" cy="157072"/>
          </a:xfrm>
          <a:prstGeom prst="ellipse">
            <a:avLst/>
          </a:prstGeom>
          <a:solidFill>
            <a:srgbClr val="AD2A26"/>
          </a:solidFill>
          <a:ln w="28575" cap="flat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7" name="矩形: 圆角 48"/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>
            <a:off x="3367600" y="5531471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4C5252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符号主义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世纪</a:t>
            </a: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50-70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8" name="Oval 12"/>
          <p:cNvSpPr>
            <a:spLocks noChangeArrowheads="1"/>
          </p:cNvSpPr>
          <p:nvPr>
            <p:custDataLst>
              <p:tags r:id="rId11"/>
            </p:custDataLst>
          </p:nvPr>
        </p:nvSpPr>
        <p:spPr bwMode="auto">
          <a:xfrm>
            <a:off x="5349726" y="5747195"/>
            <a:ext cx="155276" cy="157072"/>
          </a:xfrm>
          <a:prstGeom prst="ellipse">
            <a:avLst/>
          </a:prstGeom>
          <a:solidFill>
            <a:srgbClr val="4C5252"/>
          </a:solidFill>
          <a:ln w="28575" cap="flat">
            <a:noFill/>
            <a:prstDash val="solid"/>
            <a:miter lim="800000"/>
          </a:ln>
          <a:effectLst/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endParaRPr kumimoji="0" lang="zh-CN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19" name="文本框 43"/>
          <p:cNvSpPr txBox="1">
            <a:spLocks noChangeArrowheads="1"/>
          </p:cNvSpPr>
          <p:nvPr>
            <p:custDataLst>
              <p:tags r:id="rId12"/>
            </p:custDataLst>
          </p:nvPr>
        </p:nvSpPr>
        <p:spPr bwMode="auto">
          <a:xfrm>
            <a:off x="355332" y="1671202"/>
            <a:ext cx="2637042" cy="82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2022：chatGPT</a:t>
            </a:r>
          </a:p>
          <a:p>
            <a:pPr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2018：Bert和GPT</a:t>
            </a:r>
            <a:endParaRPr kumimoji="0" lang="zh-CN" altLang="en-US" sz="1400" b="0" i="0" u="none" strike="noStrike" kern="1200" cap="none" spc="0" normalizeH="0" baseline="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>
              <a:buNone/>
            </a:pPr>
            <a:r>
              <a:rPr kumimoji="0" lang="zh-CN" altLang="en-US" sz="1400" b="0" i="0" u="none" strike="noStrike" kern="1200" cap="none" spc="0" normalizeH="0" baseline="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2017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：Transformer框架</a:t>
            </a:r>
          </a:p>
        </p:txBody>
      </p:sp>
      <p:sp>
        <p:nvSpPr>
          <p:cNvPr id="3" name="文本占位符 1">
            <a:extLst>
              <a:ext uri="{FF2B5EF4-FFF2-40B4-BE49-F238E27FC236}">
                <a16:creationId xmlns:a16="http://schemas.microsoft.com/office/drawing/2014/main" id="{FB90035B-A861-3352-325E-1373A37F37EB}"/>
              </a:ext>
            </a:extLst>
          </p:cNvPr>
          <p:cNvSpPr txBox="1">
            <a:spLocks/>
          </p:cNvSpPr>
          <p:nvPr/>
        </p:nvSpPr>
        <p:spPr>
          <a:xfrm>
            <a:off x="5593000" y="902134"/>
            <a:ext cx="2366617" cy="517190"/>
          </a:xfrm>
          <a:prstGeom prst="rect">
            <a:avLst/>
          </a:prstGeom>
        </p:spPr>
        <p:txBody>
          <a:bodyPr anchor="ctr" anchorCtr="0"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None/>
              <a:defRPr lang="zh-CN" altLang="en-US" sz="1800" b="1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defRPr>
            </a:lvl1pPr>
            <a:lvl2pPr marL="990600" indent="-3810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2pPr>
            <a:lvl3pPr marL="15240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65" b="1" kern="12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  <a:cs typeface="+mn-cs"/>
              </a:defRPr>
            </a:lvl3pPr>
            <a:lvl4pPr marL="21336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–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200" indent="-304800" algn="l" rtl="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8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4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20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600" indent="-304800" algn="l" defTabSz="12192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zh-CN" altLang="en-US" dirty="0"/>
              <a:t>深度学习发展历史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0BA6125-F55F-C094-7E3C-3EC97E50B4B2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7600163" y="5456281"/>
            <a:ext cx="4152191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altLang="zh-CN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1960</a:t>
            </a:r>
            <a:r>
              <a:rPr lang="zh-CN" alt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年代末：出现了多层感知器（</a:t>
            </a:r>
            <a:r>
              <a:rPr lang="en-US" altLang="zh-CN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MLP</a:t>
            </a:r>
            <a:r>
              <a:rPr lang="zh-CN" alt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）</a:t>
            </a:r>
            <a:endParaRPr lang="en-US" altLang="zh-CN" sz="14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1957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：提出感知器概念</a:t>
            </a:r>
            <a:endParaRPr lang="en-US" altLang="zh-CN" sz="14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1940s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：构建了人工神经元模型</a:t>
            </a:r>
          </a:p>
        </p:txBody>
      </p:sp>
      <p:sp>
        <p:nvSpPr>
          <p:cNvPr id="21" name="文本框 39">
            <a:extLst>
              <a:ext uri="{FF2B5EF4-FFF2-40B4-BE49-F238E27FC236}">
                <a16:creationId xmlns:a16="http://schemas.microsoft.com/office/drawing/2014/main" id="{38749EA9-EC1C-8C97-95DE-301193715B62}"/>
              </a:ext>
            </a:extLst>
          </p:cNvPr>
          <p:cNvSpPr txBox="1">
            <a:spLocks noChangeArrowheads="1"/>
          </p:cNvSpPr>
          <p:nvPr>
            <p:custDataLst>
              <p:tags r:id="rId14"/>
            </p:custDataLst>
          </p:nvPr>
        </p:nvSpPr>
        <p:spPr bwMode="auto">
          <a:xfrm>
            <a:off x="7559466" y="3927534"/>
            <a:ext cx="4192890" cy="1040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1986</a:t>
            </a:r>
            <a:r>
              <a:rPr lang="zh-CN" alt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：发表了反向传播算法，使得多层神经网络能够</a:t>
            </a: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训练</a:t>
            </a:r>
            <a:r>
              <a:rPr lang="zh-CN" alt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。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计算能力❌ 数据量❌</a:t>
            </a:r>
            <a:endParaRPr lang="en-US" altLang="zh-CN" sz="14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复杂数据（图像和语音）的处理能力较弱❌</a:t>
            </a:r>
          </a:p>
        </p:txBody>
      </p:sp>
      <p:sp>
        <p:nvSpPr>
          <p:cNvPr id="22" name="文本框 41">
            <a:extLst>
              <a:ext uri="{FF2B5EF4-FFF2-40B4-BE49-F238E27FC236}">
                <a16:creationId xmlns:a16="http://schemas.microsoft.com/office/drawing/2014/main" id="{5E8DDFD5-9009-4026-58C5-54BE82C2B73D}"/>
              </a:ext>
            </a:extLst>
          </p:cNvPr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7546462" y="2866348"/>
            <a:ext cx="4259592" cy="82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+mn-ea"/>
              </a:rPr>
              <a:t>2016：Google AlphaGO 战胜李世石</a:t>
            </a:r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+mn-ea"/>
            </a:endParaRPr>
          </a:p>
          <a:p>
            <a:pPr algn="l">
              <a:buNone/>
            </a:pPr>
            <a:r>
              <a:rPr lang="en-US" altLang="zh-CN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2012</a:t>
            </a:r>
            <a:r>
              <a:rPr lang="zh-CN" alt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：</a:t>
            </a:r>
            <a:r>
              <a:rPr lang="en-US" altLang="zh-CN" sz="1400" b="0" i="0" u="none" strike="noStrike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AlexNet</a:t>
            </a:r>
            <a:r>
              <a:rPr lang="zh-CN" alt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在</a:t>
            </a:r>
            <a:r>
              <a:rPr lang="en-US" altLang="zh-CN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ImageNet</a:t>
            </a:r>
            <a:r>
              <a:rPr lang="zh-CN" altLang="en-US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图像识别挑战赛</a:t>
            </a:r>
            <a:r>
              <a:rPr lang="en-US" altLang="zh-CN" sz="1400" b="0" i="0" u="none" strike="noStrike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</a:rPr>
              <a:t>NO.1</a:t>
            </a:r>
          </a:p>
          <a:p>
            <a:pPr algn="l">
              <a:buNone/>
            </a:pPr>
            <a:r>
              <a:rPr lang="en-US" altLang="zh-CN" sz="1400" dirty="0"/>
              <a:t>NVIDIA GTX 580 * 2</a:t>
            </a:r>
            <a:endParaRPr lang="en-US" altLang="zh-CN" sz="1400" b="0" i="0" u="none" strike="noStrike" dirty="0">
              <a:solidFill>
                <a:schemeClr val="tx1">
                  <a:lumMod val="85000"/>
                  <a:lumOff val="15000"/>
                </a:schemeClr>
              </a:solidFill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</a:endParaRPr>
          </a:p>
        </p:txBody>
      </p:sp>
      <p:sp>
        <p:nvSpPr>
          <p:cNvPr id="23" name="矩形: 圆角 48">
            <a:extLst>
              <a:ext uri="{FF2B5EF4-FFF2-40B4-BE49-F238E27FC236}">
                <a16:creationId xmlns:a16="http://schemas.microsoft.com/office/drawing/2014/main" id="{29B814E8-CF24-8A48-8DDD-0342CC78F635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5574540" y="1906325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AD2A26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爆发期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2016-</a:t>
            </a: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至今</a:t>
            </a:r>
          </a:p>
        </p:txBody>
      </p:sp>
      <p:sp>
        <p:nvSpPr>
          <p:cNvPr id="25" name="矩形: 圆角 48">
            <a:extLst>
              <a:ext uri="{FF2B5EF4-FFF2-40B4-BE49-F238E27FC236}">
                <a16:creationId xmlns:a16="http://schemas.microsoft.com/office/drawing/2014/main" id="{684DCAC6-16BC-336B-68ED-C1DEE0D1DFF7}"/>
              </a:ext>
            </a:extLst>
          </p:cNvPr>
          <p:cNvSpPr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5601967" y="3010121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4C5252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复兴与突破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2000s-2010s</a:t>
            </a:r>
          </a:p>
        </p:txBody>
      </p:sp>
      <p:sp>
        <p:nvSpPr>
          <p:cNvPr id="27" name="矩形: 圆角 48">
            <a:extLst>
              <a:ext uri="{FF2B5EF4-FFF2-40B4-BE49-F238E27FC236}">
                <a16:creationId xmlns:a16="http://schemas.microsoft.com/office/drawing/2014/main" id="{8F831C89-C28F-E91A-E41D-6D35DC2978AC}"/>
              </a:ext>
            </a:extLst>
          </p:cNvPr>
          <p:cNvSpPr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5601967" y="4241520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AD2A26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挑战与瓶颈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1980s</a:t>
            </a:r>
            <a:r>
              <a:rPr lang="en-US" altLang="zh-CN" sz="1400" dirty="0">
                <a:solidFill>
                  <a:schemeClr val="bg1">
                    <a:lumMod val="9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-1990s</a:t>
            </a:r>
            <a:endParaRPr kumimoji="0" lang="zh-CN" altLang="en-US" sz="14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</p:txBody>
      </p:sp>
      <p:sp>
        <p:nvSpPr>
          <p:cNvPr id="29" name="矩形: 圆角 48">
            <a:extLst>
              <a:ext uri="{FF2B5EF4-FFF2-40B4-BE49-F238E27FC236}">
                <a16:creationId xmlns:a16="http://schemas.microsoft.com/office/drawing/2014/main" id="{52FBC3D9-03F2-ED7A-E0C7-D0BA5C5C7D43}"/>
              </a:ext>
            </a:extLst>
          </p:cNvPr>
          <p:cNvSpPr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5649699" y="5526680"/>
            <a:ext cx="1872000" cy="503999"/>
          </a:xfrm>
          <a:prstGeom prst="roundRect">
            <a:avLst>
              <a:gd name="adj" fmla="val 50000"/>
            </a:avLst>
          </a:prstGeom>
          <a:solidFill>
            <a:srgbClr val="4C5252"/>
          </a:solidFill>
          <a:ln w="38100" cap="flat">
            <a:noFill/>
            <a:prstDash val="solid"/>
            <a:miter lim="800000"/>
          </a:ln>
          <a:effectLst/>
        </p:spPr>
        <p:txBody>
          <a:bodyPr vert="horz" wrap="square" lIns="91440" tIns="45720" rIns="91440" bIns="45720" numCol="1" anchor="ctr" anchorCtr="0" compatLnSpc="1"/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zh-CN" alt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早期探索 </a:t>
            </a:r>
            <a:endParaRPr kumimoji="0" lang="en-US" altLang="zh-CN" sz="14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阿里巴巴普惠体" panose="00020600040101010101" charset="-122"/>
              <a:ea typeface="阿里巴巴普惠体" panose="00020600040101010101" charset="-122"/>
              <a:cs typeface="阿里巴巴普惠体" panose="00020600040101010101" charset="-122"/>
              <a:sym typeface="Arial" panose="020B060402020202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None/>
              <a:defRPr/>
            </a:pPr>
            <a:r>
              <a:rPr kumimoji="0" lang="en-US" altLang="zh-CN" sz="14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1940s-1980s</a:t>
            </a:r>
          </a:p>
        </p:txBody>
      </p:sp>
      <p:sp>
        <p:nvSpPr>
          <p:cNvPr id="31" name="文本框 43">
            <a:extLst>
              <a:ext uri="{FF2B5EF4-FFF2-40B4-BE49-F238E27FC236}">
                <a16:creationId xmlns:a16="http://schemas.microsoft.com/office/drawing/2014/main" id="{0588C637-7CD2-CBB2-2223-2AFB74397CCA}"/>
              </a:ext>
            </a:extLst>
          </p:cNvPr>
          <p:cNvSpPr txBox="1">
            <a:spLocks noChangeArrowheads="1"/>
          </p:cNvSpPr>
          <p:nvPr>
            <p:custDataLst>
              <p:tags r:id="rId20"/>
            </p:custDataLst>
          </p:nvPr>
        </p:nvSpPr>
        <p:spPr bwMode="auto">
          <a:xfrm>
            <a:off x="7577767" y="1676732"/>
            <a:ext cx="3694176" cy="8248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har char="•"/>
              <a:defRPr sz="2000">
                <a:solidFill>
                  <a:schemeClr val="tx2"/>
                </a:solidFill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000">
                <a:solidFill>
                  <a:schemeClr val="tx2"/>
                </a:solidFill>
                <a:latin typeface="Arial" panose="020B0604020202020204" pitchFamily="34" charset="0"/>
                <a:ea typeface="仿宋_GB2312" pitchFamily="49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2022：chatGPT</a:t>
            </a:r>
          </a:p>
          <a:p>
            <a:pPr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2018：Bert和GPT</a:t>
            </a:r>
          </a:p>
          <a:p>
            <a:pPr>
              <a:buNone/>
            </a:pPr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  <a:latin typeface="阿里巴巴普惠体" panose="00020600040101010101" charset="-122"/>
                <a:ea typeface="阿里巴巴普惠体" panose="00020600040101010101" charset="-122"/>
                <a:cs typeface="阿里巴巴普惠体" panose="00020600040101010101" charset="-122"/>
                <a:sym typeface="Arial" panose="020B0604020202020204" pitchFamily="34" charset="0"/>
              </a:rPr>
              <a:t>2017：Transformer框架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占位符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zh-CN" altLang="en-US" dirty="0"/>
              <a:t>深度学习与机器学习的区别？</a:t>
            </a:r>
          </a:p>
          <a:p>
            <a:r>
              <a:rPr lang="zh-CN" altLang="en-US" dirty="0"/>
              <a:t>深度学习特点</a:t>
            </a:r>
          </a:p>
          <a:p>
            <a:r>
              <a:rPr lang="zh-CN" altLang="en-US" dirty="0"/>
              <a:t>常见的深度学习模型</a:t>
            </a:r>
            <a:endParaRPr lang="en-US" altLang="zh-CN" dirty="0"/>
          </a:p>
          <a:p>
            <a:r>
              <a:rPr lang="zh-CN" altLang="en-US" dirty="0"/>
              <a:t>深度学习的应用场景</a:t>
            </a:r>
            <a:endParaRPr lang="en-US" altLang="zh-CN" dirty="0"/>
          </a:p>
          <a:p>
            <a:pPr marL="0" indent="0">
              <a:buNone/>
            </a:pPr>
            <a:endParaRPr lang="zh-CN" alt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A383A-56BC-526B-9478-0A8354813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39B0E86A-EC77-BAE6-3E8A-D3B6DFAC67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5500" y="2158365"/>
            <a:ext cx="10541000" cy="1158875"/>
          </a:xfrm>
        </p:spPr>
        <p:txBody>
          <a:bodyPr/>
          <a:lstStyle/>
          <a:p>
            <a:r>
              <a:rPr lang="zh-CN" altLang="en-US" sz="6600" dirty="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扩展</a:t>
            </a:r>
            <a:r>
              <a:rPr lang="en-US" altLang="zh-CN" sz="6600" dirty="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-</a:t>
            </a:r>
            <a:r>
              <a:rPr lang="zh-CN" altLang="en-US" sz="6600" dirty="0">
                <a:solidFill>
                  <a:schemeClr val="tx1"/>
                </a:solidFill>
                <a:latin typeface="阿里巴巴普惠体" panose="00020600040101010101" charset="-122"/>
                <a:ea typeface="阿里巴巴普惠体" panose="00020600040101010101" charset="-122"/>
              </a:rPr>
              <a:t>预备的数学知识</a:t>
            </a:r>
          </a:p>
        </p:txBody>
      </p:sp>
      <p:pic>
        <p:nvPicPr>
          <p:cNvPr id="6" name="图片 5" descr="01 (140)">
            <a:extLst>
              <a:ext uri="{FF2B5EF4-FFF2-40B4-BE49-F238E27FC236}">
                <a16:creationId xmlns:a16="http://schemas.microsoft.com/office/drawing/2014/main" id="{97AB72C3-E482-4313-F5B9-5CAA45FDAA4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720" y="4218305"/>
            <a:ext cx="1179195" cy="1179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704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A95EA-454A-4C84-CCFC-B96AE9AB0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ED92238-E3CD-9214-30AE-D927BB244C5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2340" y="1590850"/>
            <a:ext cx="6298565" cy="2592705"/>
          </a:xfrm>
        </p:spPr>
        <p:txBody>
          <a:bodyPr/>
          <a:lstStyle/>
          <a:p>
            <a:r>
              <a:rPr lang="zh-CN" altLang="en-US" dirty="0">
                <a:solidFill>
                  <a:schemeClr val="tx1"/>
                </a:solidFill>
              </a:rPr>
              <a:t>线性代数：掌握标量、向量、矩阵、张量、范数的概念</a:t>
            </a:r>
            <a:endParaRPr lang="en-US" altLang="zh-CN" dirty="0">
              <a:solidFill>
                <a:schemeClr val="tx1"/>
              </a:solidFill>
            </a:endParaRPr>
          </a:p>
          <a:p>
            <a:endParaRPr lang="en-US" altLang="zh-CN" dirty="0">
              <a:solidFill>
                <a:schemeClr val="tx1"/>
              </a:solidFill>
            </a:endParaRPr>
          </a:p>
          <a:p>
            <a:r>
              <a:rPr lang="zh-CN" altLang="en-US" dirty="0">
                <a:solidFill>
                  <a:schemeClr val="tx1"/>
                </a:solidFill>
              </a:rPr>
              <a:t>导数和微分：理解导数定义，掌握常用求导公式</a:t>
            </a:r>
          </a:p>
        </p:txBody>
      </p:sp>
    </p:spTree>
    <p:extLst>
      <p:ext uri="{BB962C8B-B14F-4D97-AF65-F5344CB8AC3E}">
        <p14:creationId xmlns:p14="http://schemas.microsoft.com/office/powerpoint/2010/main" val="13998845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NDA0ZTUxM2YxNWFkZDlkNTZiNWZhYzlkMjQxNWY2ZTMifQ=="/>
  <p:tag name="KSO_WPP_MARK_KEY" val="a19b803a-04f7-49ad-a517-4f4615f5788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374.9400787401575,&quot;left&quot;:44.44830708661416,&quot;top&quot;:104.99023622047244,&quot;width&quot;:892.4653937007873}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433.09007874015754,&quot;left&quot;:44.44830708661416,&quot;top&quot;:104.99023622047244,&quot;width&quot;:892.4653937007873}"/>
</p:tagLst>
</file>

<file path=ppt/theme/theme1.xml><?xml version="1.0" encoding="utf-8"?>
<a:theme xmlns:a="http://schemas.openxmlformats.org/drawingml/2006/main" name="封面2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目录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章节页版式（一级+二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章节页版式（一级标题）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1_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5_结束页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1_正文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45_学习目标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alibri"/>
        <a:ea typeface="黑体"/>
        <a:cs typeface=""/>
      </a:majorFont>
      <a:minorFont>
        <a:latin typeface="Calibri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0000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>
        <a:spAutoFit/>
      </a:bodyPr>
      <a:lstStyle>
        <a:defPPr fontAlgn="auto">
          <a:spcBef>
            <a:spcPts val="0"/>
          </a:spcBef>
          <a:spcAft>
            <a:spcPts val="0"/>
          </a:spcAft>
          <a:defRPr sz="1050" dirty="0">
            <a:solidFill>
              <a:schemeClr val="tx1">
                <a:lumMod val="65000"/>
                <a:lumOff val="35000"/>
              </a:schemeClr>
            </a:solidFill>
            <a:latin typeface="+mn-lt"/>
            <a:ea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2023</TotalTime>
  <Words>659</Words>
  <Application>Microsoft Office PowerPoint</Application>
  <PresentationFormat>宽屏</PresentationFormat>
  <Paragraphs>138</Paragraphs>
  <Slides>13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13</vt:i4>
      </vt:variant>
    </vt:vector>
  </HeadingPairs>
  <TitlesOfParts>
    <vt:vector size="39" baseType="lpstr">
      <vt:lpstr>阿里巴巴普惠体</vt:lpstr>
      <vt:lpstr>阿里巴巴普惠体 B</vt:lpstr>
      <vt:lpstr>阿里巴巴普惠体 M</vt:lpstr>
      <vt:lpstr>阿里巴巴普惠体 R</vt:lpstr>
      <vt:lpstr>等线</vt:lpstr>
      <vt:lpstr>等线 Light</vt:lpstr>
      <vt:lpstr>黑体</vt:lpstr>
      <vt:lpstr>华文楷体</vt:lpstr>
      <vt:lpstr>Arial</vt:lpstr>
      <vt:lpstr>Calibri</vt:lpstr>
      <vt:lpstr>Open Sans</vt:lpstr>
      <vt:lpstr>Segoe UI</vt:lpstr>
      <vt:lpstr>Times New Roman</vt:lpstr>
      <vt:lpstr>Verdana</vt:lpstr>
      <vt:lpstr>Wingdings</vt:lpstr>
      <vt:lpstr>封面2</vt:lpstr>
      <vt:lpstr>目录</vt:lpstr>
      <vt:lpstr>学习目标</vt:lpstr>
      <vt:lpstr>章节页版式（一级+二级标题）</vt:lpstr>
      <vt:lpstr>章节页版式（一级标题）</vt:lpstr>
      <vt:lpstr>正文设计方案</vt:lpstr>
      <vt:lpstr>1_自定义设计方案</vt:lpstr>
      <vt:lpstr>自定义设计方案</vt:lpstr>
      <vt:lpstr>5_结束页设计方案</vt:lpstr>
      <vt:lpstr>1_正文设计方案</vt:lpstr>
      <vt:lpstr>45_学习目标</vt:lpstr>
      <vt:lpstr>深度学习简介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扩展-预备的数学知识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8802</dc:creator>
  <cp:lastModifiedBy>Mingxuan Yang</cp:lastModifiedBy>
  <cp:revision>2112</cp:revision>
  <dcterms:created xsi:type="dcterms:W3CDTF">2022-09-27T09:38:00Z</dcterms:created>
  <dcterms:modified xsi:type="dcterms:W3CDTF">2026-04-13T03:59:50Z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8F3BE0D789E24AA8A6562930946781AC</vt:lpwstr>
  </property>
  <property fmtid="{D5CDD505-2E9C-101B-9397-08002B2CF9AE}" pid="3" name="KSOProductBuildVer">
    <vt:lpwstr>2052-12.1.0.19770</vt:lpwstr>
  </property>
  <property fmtid="{D5CDD505-2E9C-101B-9397-08002B2CF9AE}" pid="4" name="commondata">
    <vt:lpwstr>eyJoZGlkIjoiMDAzZmIwZjU2YjM3ZmIyZjYxNWQ1NTViMjdhYzBlM2EifQ==</vt:lpwstr>
  </property>
</Properties>
</file>